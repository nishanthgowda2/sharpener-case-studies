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TastyBites — Product Pricing &amp; Profitability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2025-11-27 07:17</a:t>
            </a:r>
          </a:p>
          <a:p>
            <a:r>
              <a:t>Dataset: tastybites_orders.csv (synthetic)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₹4,383,720.30</a:t>
            </a:r>
          </a:p>
          <a:p>
            <a:r>
              <a:t>Total Profit: ₹1,775,798.97</a:t>
            </a:r>
          </a:p>
          <a:p>
            <a:r>
              <a:t>Average Order Value (AOV): ₹797.04</a:t>
            </a:r>
          </a:p>
          <a:p>
            <a:pPr lvl="1"/>
            <a:r>
              <a:t>Key findings:</a:t>
            </a:r>
          </a:p>
          <a:p>
            <a:pPr lvl="1"/>
            <a:r>
              <a:t>- Top products drive majority of revenue, but some high-volume items have low margins.</a:t>
            </a:r>
          </a:p>
          <a:p>
            <a:pPr lvl="1"/>
            <a:r>
              <a:t>- Discounts reduce profit noticeably beyond 10%.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Products by Revenue</a:t>
            </a:r>
          </a:p>
        </p:txBody>
      </p:sp>
      <p:pic>
        <p:nvPicPr>
          <p:cNvPr id="3" name="Picture 2" descr="top10_revenue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Products by Profit</a:t>
            </a:r>
          </a:p>
        </p:txBody>
      </p:sp>
      <p:pic>
        <p:nvPicPr>
          <p:cNvPr id="3" name="Picture 2" descr="top10_profit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Contribution by Category</a:t>
            </a:r>
          </a:p>
        </p:txBody>
      </p:sp>
      <p:pic>
        <p:nvPicPr>
          <p:cNvPr id="3" name="Picture 2" descr="profit_by_category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Discounts on Profit</a:t>
            </a:r>
          </a:p>
        </p:txBody>
      </p:sp>
      <p:pic>
        <p:nvPicPr>
          <p:cNvPr id="3" name="Picture 2" descr="profit_by_discount_bu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Units Sold vs Profit (per product)</a:t>
            </a:r>
          </a:p>
        </p:txBody>
      </p:sp>
      <p:pic>
        <p:nvPicPr>
          <p:cNvPr id="3" name="Picture 2" descr="units_vs_profi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 wins:</a:t>
            </a:r>
          </a:p>
          <a:p>
            <a:pPr lvl="1"/>
            <a:r>
              <a:t>- Promote high-margin, high-contribution items via banners &amp; free delivery.</a:t>
            </a:r>
          </a:p>
          <a:p>
            <a:pPr lvl="1"/>
            <a:r>
              <a:t>- Reduce discount depth on low-margin bestsellers (keep ≤5%).</a:t>
            </a:r>
          </a:p>
          <a:p>
            <a:pPr lvl="1"/>
            <a:r>
              <a:t>- Introduce bundling: pair low-margin bestsellers with high-margin sides.</a:t>
            </a:r>
          </a:p>
          <a:p>
            <a:pPr/>
            <a:r>
              <a:t>Long-term strategies:</a:t>
            </a:r>
          </a:p>
          <a:p>
            <a:pPr lvl="1"/>
            <a:r>
              <a:t>- Price optimization experiments (A/B test ≤10% changes).</a:t>
            </a:r>
          </a:p>
          <a:p>
            <a:pPr lvl="1"/>
            <a:r>
              <a:t>- Rework menu costs or portioning on low-margin, high-volume items.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