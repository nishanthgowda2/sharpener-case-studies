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0ZnQ2CujxUibwRQ1mFBiBm3gF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4" Type="http://customschemas.google.com/relationships/presentationmetadata" Target="metadata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https://d.docs.live.net/39e242b75272e33c/Documents/tastybites_orders__.csv_deepak_yadav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d.docs.live.net/39e242b75272e33c/Documents/tastybites_orders__.csv_deepak_yadav.xlsx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https://d.docs.live.net/39e242b75272e33c/Documents/tastybites_orders__.csv_deepak_yadav.xlsx" TargetMode="External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https://d.docs.live.net/39e242b75272e33c/Documents/tastybites_orders__.csv_deepak_yadav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10 Products by Revenue</a:t>
            </a:r>
          </a:p>
          <a:p>
            <a:pPr>
              <a:defRPr/>
            </a:pP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Charts!$A$2:$A$11</c:f>
              <c:strCache>
                <c:ptCount val="10"/>
                <c:pt idx="0">
                  <c:v>Brownie</c:v>
                </c:pt>
                <c:pt idx="1">
                  <c:v>Cheese Burger</c:v>
                </c:pt>
                <c:pt idx="2">
                  <c:v>Chicken Burger</c:v>
                </c:pt>
                <c:pt idx="3">
                  <c:v>Chicken Tikka</c:v>
                </c:pt>
                <c:pt idx="4">
                  <c:v>Club Sandwich</c:v>
                </c:pt>
                <c:pt idx="5">
                  <c:v>Coke</c:v>
                </c:pt>
                <c:pt idx="6">
                  <c:v>Cold Coffee</c:v>
                </c:pt>
                <c:pt idx="7">
                  <c:v>Fries</c:v>
                </c:pt>
                <c:pt idx="8">
                  <c:v>Garlic Bread</c:v>
                </c:pt>
                <c:pt idx="9">
                  <c:v>Grilled Sandwich</c:v>
                </c:pt>
              </c:strCache>
            </c:strRef>
          </c:cat>
          <c:val>
            <c:numRef>
              <c:f>Charts!$B$2:$B$11</c:f>
              <c:numCache>
                <c:formatCode>General</c:formatCode>
                <c:ptCount val="10"/>
                <c:pt idx="0">
                  <c:v>76520.149999999965</c:v>
                </c:pt>
                <c:pt idx="1">
                  <c:v>124090.34999999995</c:v>
                </c:pt>
                <c:pt idx="2">
                  <c:v>103555.09999999992</c:v>
                </c:pt>
                <c:pt idx="3">
                  <c:v>128246.34999999999</c:v>
                </c:pt>
                <c:pt idx="4">
                  <c:v>61508.599999999977</c:v>
                </c:pt>
                <c:pt idx="5">
                  <c:v>115421.94999999997</c:v>
                </c:pt>
                <c:pt idx="6">
                  <c:v>114315.64999999995</c:v>
                </c:pt>
                <c:pt idx="7">
                  <c:v>65950.949999999953</c:v>
                </c:pt>
                <c:pt idx="8">
                  <c:v>56971.249999999949</c:v>
                </c:pt>
                <c:pt idx="9">
                  <c:v>60707.149999999994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A2-433D-8936-257A704202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5308272"/>
        <c:axId val="2015314032"/>
      </c:barChart>
      <c:catAx>
        <c:axId val="2015308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5314032"/>
        <c:crosses val="autoZero"/>
        <c:auto val="1"/>
        <c:lblAlgn val="ctr"/>
        <c:lblOffset val="100"/>
        <c:noMultiLvlLbl val="0"/>
      </c:catAx>
      <c:valAx>
        <c:axId val="2015314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5308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Products by Profit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Charts!$B$19</c:f>
              <c:strCache>
                <c:ptCount val="1"/>
                <c:pt idx="0">
                  <c:v> profit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Charts!$A$20:$A$29</c:f>
              <c:strCache>
                <c:ptCount val="10"/>
                <c:pt idx="0">
                  <c:v>Cheese Burger</c:v>
                </c:pt>
                <c:pt idx="1">
                  <c:v>Chicken Tikka</c:v>
                </c:pt>
                <c:pt idx="2">
                  <c:v>Coke</c:v>
                </c:pt>
                <c:pt idx="3">
                  <c:v>Veg Burger</c:v>
                </c:pt>
                <c:pt idx="4">
                  <c:v>Cold Coffee</c:v>
                </c:pt>
                <c:pt idx="5">
                  <c:v>Sprite</c:v>
                </c:pt>
                <c:pt idx="6">
                  <c:v>Peppy Paneer</c:v>
                </c:pt>
                <c:pt idx="7">
                  <c:v>Margherita</c:v>
                </c:pt>
                <c:pt idx="8">
                  <c:v>Chicken Burger</c:v>
                </c:pt>
                <c:pt idx="9">
                  <c:v>Brownie</c:v>
                </c:pt>
              </c:strCache>
            </c:strRef>
          </c:cat>
          <c:val>
            <c:numRef>
              <c:f>Charts!$B$20:$B$29</c:f>
              <c:numCache>
                <c:formatCode>General</c:formatCode>
                <c:ptCount val="10"/>
                <c:pt idx="0">
                  <c:v>46834.149999315901</c:v>
                </c:pt>
                <c:pt idx="1">
                  <c:v>44913.257627709296</c:v>
                </c:pt>
                <c:pt idx="2">
                  <c:v>44091.121126750513</c:v>
                </c:pt>
                <c:pt idx="3">
                  <c:v>43234.376815754156</c:v>
                </c:pt>
                <c:pt idx="4">
                  <c:v>42669.89647226705</c:v>
                </c:pt>
                <c:pt idx="5">
                  <c:v>42356.638770414531</c:v>
                </c:pt>
                <c:pt idx="6">
                  <c:v>42351.315326066069</c:v>
                </c:pt>
                <c:pt idx="7">
                  <c:v>40550.041103412426</c:v>
                </c:pt>
                <c:pt idx="8">
                  <c:v>36220.361716704036</c:v>
                </c:pt>
                <c:pt idx="9">
                  <c:v>28998.31897008661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29-4C2D-8EA3-3ED9C259E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5403568"/>
        <c:axId val="2005404048"/>
      </c:barChart>
      <c:catAx>
        <c:axId val="2005403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5404048"/>
        <c:crosses val="autoZero"/>
        <c:auto val="1"/>
        <c:lblAlgn val="ctr"/>
        <c:lblOffset val="100"/>
        <c:noMultiLvlLbl val="0"/>
      </c:catAx>
      <c:valAx>
        <c:axId val="2005404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5403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Units Sold vs Profit Margin (%) by Product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4.4942229951125248E-2"/>
          <c:y val="0.19576769893047521"/>
          <c:w val="0.91900870409546997"/>
          <c:h val="0.480946611649522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Charts!$B$35</c:f>
              <c:strCache>
                <c:ptCount val="1"/>
                <c:pt idx="0">
                  <c:v>Sum of units_sold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Charts!$A$36:$A$53</c:f>
              <c:strCache>
                <c:ptCount val="18"/>
                <c:pt idx="0">
                  <c:v>Cheese Burger</c:v>
                </c:pt>
                <c:pt idx="1">
                  <c:v>Chicken Tikka</c:v>
                </c:pt>
                <c:pt idx="2">
                  <c:v>Coke</c:v>
                </c:pt>
                <c:pt idx="3">
                  <c:v>Veg Burger</c:v>
                </c:pt>
                <c:pt idx="4">
                  <c:v>Cold Coffee</c:v>
                </c:pt>
                <c:pt idx="5">
                  <c:v>Sprite</c:v>
                </c:pt>
                <c:pt idx="6">
                  <c:v>Peppy Paneer</c:v>
                </c:pt>
                <c:pt idx="7">
                  <c:v>Margherita</c:v>
                </c:pt>
                <c:pt idx="8">
                  <c:v>Chicken Burger</c:v>
                </c:pt>
                <c:pt idx="9">
                  <c:v>Brownie</c:v>
                </c:pt>
                <c:pt idx="10">
                  <c:v>Fries</c:v>
                </c:pt>
                <c:pt idx="11">
                  <c:v>Grilled Sandwich</c:v>
                </c:pt>
                <c:pt idx="12">
                  <c:v>Onion Rings</c:v>
                </c:pt>
                <c:pt idx="13">
                  <c:v>Club Sandwich</c:v>
                </c:pt>
                <c:pt idx="14">
                  <c:v>Gulab Jamun</c:v>
                </c:pt>
                <c:pt idx="15">
                  <c:v>Garlic Bread</c:v>
                </c:pt>
                <c:pt idx="16">
                  <c:v>Ice Cream</c:v>
                </c:pt>
                <c:pt idx="17">
                  <c:v>Veg Sandwich</c:v>
                </c:pt>
              </c:strCache>
            </c:strRef>
          </c:cat>
          <c:val>
            <c:numRef>
              <c:f>Charts!$B$36:$B$53</c:f>
              <c:numCache>
                <c:formatCode>General</c:formatCode>
                <c:ptCount val="18"/>
                <c:pt idx="0">
                  <c:v>626</c:v>
                </c:pt>
                <c:pt idx="1">
                  <c:v>661</c:v>
                </c:pt>
                <c:pt idx="2">
                  <c:v>567</c:v>
                </c:pt>
                <c:pt idx="3">
                  <c:v>559</c:v>
                </c:pt>
                <c:pt idx="4">
                  <c:v>581</c:v>
                </c:pt>
                <c:pt idx="5">
                  <c:v>607</c:v>
                </c:pt>
                <c:pt idx="6">
                  <c:v>491</c:v>
                </c:pt>
                <c:pt idx="7">
                  <c:v>600</c:v>
                </c:pt>
                <c:pt idx="8">
                  <c:v>535</c:v>
                </c:pt>
                <c:pt idx="9">
                  <c:v>381</c:v>
                </c:pt>
                <c:pt idx="10">
                  <c:v>339</c:v>
                </c:pt>
                <c:pt idx="11">
                  <c:v>311</c:v>
                </c:pt>
                <c:pt idx="12">
                  <c:v>296</c:v>
                </c:pt>
                <c:pt idx="13">
                  <c:v>313</c:v>
                </c:pt>
                <c:pt idx="14">
                  <c:v>313</c:v>
                </c:pt>
                <c:pt idx="15">
                  <c:v>281</c:v>
                </c:pt>
                <c:pt idx="16">
                  <c:v>260</c:v>
                </c:pt>
                <c:pt idx="17">
                  <c:v>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A0-4D61-98AB-8CEDC9F2EC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56272896"/>
        <c:axId val="556268576"/>
      </c:barChart>
      <c:lineChart>
        <c:grouping val="standard"/>
        <c:varyColors val="0"/>
        <c:ser>
          <c:idx val="1"/>
          <c:order val="1"/>
          <c:tx>
            <c:strRef>
              <c:f>Charts!$C$35</c:f>
              <c:strCache>
                <c:ptCount val="1"/>
                <c:pt idx="0">
                  <c:v>Profit Margin (%)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Charts!$A$36:$A$53</c:f>
              <c:strCache>
                <c:ptCount val="18"/>
                <c:pt idx="0">
                  <c:v>Cheese Burger</c:v>
                </c:pt>
                <c:pt idx="1">
                  <c:v>Chicken Tikka</c:v>
                </c:pt>
                <c:pt idx="2">
                  <c:v>Coke</c:v>
                </c:pt>
                <c:pt idx="3">
                  <c:v>Veg Burger</c:v>
                </c:pt>
                <c:pt idx="4">
                  <c:v>Cold Coffee</c:v>
                </c:pt>
                <c:pt idx="5">
                  <c:v>Sprite</c:v>
                </c:pt>
                <c:pt idx="6">
                  <c:v>Peppy Paneer</c:v>
                </c:pt>
                <c:pt idx="7">
                  <c:v>Margherita</c:v>
                </c:pt>
                <c:pt idx="8">
                  <c:v>Chicken Burger</c:v>
                </c:pt>
                <c:pt idx="9">
                  <c:v>Brownie</c:v>
                </c:pt>
                <c:pt idx="10">
                  <c:v>Fries</c:v>
                </c:pt>
                <c:pt idx="11">
                  <c:v>Grilled Sandwich</c:v>
                </c:pt>
                <c:pt idx="12">
                  <c:v>Onion Rings</c:v>
                </c:pt>
                <c:pt idx="13">
                  <c:v>Club Sandwich</c:v>
                </c:pt>
                <c:pt idx="14">
                  <c:v>Gulab Jamun</c:v>
                </c:pt>
                <c:pt idx="15">
                  <c:v>Garlic Bread</c:v>
                </c:pt>
                <c:pt idx="16">
                  <c:v>Ice Cream</c:v>
                </c:pt>
                <c:pt idx="17">
                  <c:v>Veg Sandwich</c:v>
                </c:pt>
              </c:strCache>
            </c:strRef>
          </c:cat>
          <c:val>
            <c:numRef>
              <c:f>Charts!$C$36:$C$53</c:f>
              <c:numCache>
                <c:formatCode>General</c:formatCode>
                <c:ptCount val="18"/>
                <c:pt idx="0">
                  <c:v>0.37741975906519659</c:v>
                </c:pt>
                <c:pt idx="1">
                  <c:v>0.35021080621561002</c:v>
                </c:pt>
                <c:pt idx="2">
                  <c:v>0.38199944747728248</c:v>
                </c:pt>
                <c:pt idx="3">
                  <c:v>0.39586319349280857</c:v>
                </c:pt>
                <c:pt idx="4">
                  <c:v>0.37326382233987271</c:v>
                </c:pt>
                <c:pt idx="5">
                  <c:v>0.35323338245647223</c:v>
                </c:pt>
                <c:pt idx="6">
                  <c:v>0.40351783570679972</c:v>
                </c:pt>
                <c:pt idx="7">
                  <c:v>0.36730226140583272</c:v>
                </c:pt>
                <c:pt idx="8">
                  <c:v>0.34976898015360003</c:v>
                </c:pt>
                <c:pt idx="9">
                  <c:v>0.37896317466819684</c:v>
                </c:pt>
                <c:pt idx="10">
                  <c:v>0.38118662680708676</c:v>
                </c:pt>
                <c:pt idx="11">
                  <c:v>0.39026160176144048</c:v>
                </c:pt>
                <c:pt idx="12">
                  <c:v>0.38641993440469341</c:v>
                </c:pt>
                <c:pt idx="13">
                  <c:v>0.37010300353784409</c:v>
                </c:pt>
                <c:pt idx="14">
                  <c:v>0.34883880372121068</c:v>
                </c:pt>
                <c:pt idx="15">
                  <c:v>0.35883646073509839</c:v>
                </c:pt>
                <c:pt idx="16">
                  <c:v>0.38519920129755741</c:v>
                </c:pt>
                <c:pt idx="17">
                  <c:v>0.34109583677687089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A0-4D61-98AB-8CEDC9F2EC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6280096"/>
        <c:axId val="556284416"/>
      </c:lineChart>
      <c:catAx>
        <c:axId val="556272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68576"/>
        <c:crosses val="autoZero"/>
        <c:auto val="1"/>
        <c:lblAlgn val="ctr"/>
        <c:lblOffset val="100"/>
        <c:noMultiLvlLbl val="0"/>
      </c:catAx>
      <c:valAx>
        <c:axId val="556268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72896"/>
        <c:crosses val="autoZero"/>
        <c:crossBetween val="between"/>
      </c:valAx>
      <c:valAx>
        <c:axId val="556284416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80096"/>
        <c:crosses val="max"/>
        <c:crossBetween val="between"/>
      </c:valAx>
      <c:catAx>
        <c:axId val="5562800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562844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Discount Impact vs Profit Margin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Charts!$A$57</c:f>
              <c:strCache>
                <c:ptCount val="1"/>
                <c:pt idx="0">
                  <c:v>Average of discount_pct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Charts!$A$58:$A$75</c:f>
              <c:numCache>
                <c:formatCode>0.00%</c:formatCode>
                <c:ptCount val="18"/>
                <c:pt idx="0">
                  <c:v>8.4899328859060416E-2</c:v>
                </c:pt>
                <c:pt idx="1">
                  <c:v>8.8235294117647092E-2</c:v>
                </c:pt>
                <c:pt idx="2">
                  <c:v>7.7364864864864893E-2</c:v>
                </c:pt>
                <c:pt idx="3">
                  <c:v>7.8571428571428542E-2</c:v>
                </c:pt>
                <c:pt idx="4">
                  <c:v>9.4642857142857181E-2</c:v>
                </c:pt>
                <c:pt idx="5">
                  <c:v>8.5161290322580643E-2</c:v>
                </c:pt>
                <c:pt idx="6">
                  <c:v>8.4671532846715289E-2</c:v>
                </c:pt>
                <c:pt idx="7">
                  <c:v>8.6148648648648643E-2</c:v>
                </c:pt>
                <c:pt idx="8">
                  <c:v>8.5815602836879473E-2</c:v>
                </c:pt>
                <c:pt idx="9">
                  <c:v>8.3707865168539314E-2</c:v>
                </c:pt>
                <c:pt idx="10">
                  <c:v>6.4556962025316453E-2</c:v>
                </c:pt>
                <c:pt idx="11">
                  <c:v>9.6710526315789497E-2</c:v>
                </c:pt>
                <c:pt idx="12">
                  <c:v>7.4025974025974023E-2</c:v>
                </c:pt>
                <c:pt idx="13">
                  <c:v>8.1249999999999989E-2</c:v>
                </c:pt>
                <c:pt idx="14">
                  <c:v>8.2530120481927705E-2</c:v>
                </c:pt>
                <c:pt idx="15">
                  <c:v>8.223684210526315E-2</c:v>
                </c:pt>
                <c:pt idx="16">
                  <c:v>6.4285714285714265E-2</c:v>
                </c:pt>
                <c:pt idx="17">
                  <c:v>8.3333333333333343E-2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F2-4492-88E7-70342AB9D812}"/>
            </c:ext>
          </c:extLst>
        </c:ser>
        <c:ser>
          <c:idx val="1"/>
          <c:order val="1"/>
          <c:tx>
            <c:strRef>
              <c:f>Charts!$B$57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Charts!$B$58:$B$75</c:f>
              <c:numCache>
                <c:formatCode>0.00%</c:formatCode>
                <c:ptCount val="18"/>
                <c:pt idx="0">
                  <c:v>0.37741975906519659</c:v>
                </c:pt>
                <c:pt idx="1">
                  <c:v>0.35021080621561002</c:v>
                </c:pt>
                <c:pt idx="2">
                  <c:v>0.38199944747728248</c:v>
                </c:pt>
                <c:pt idx="3">
                  <c:v>0.39586319349280857</c:v>
                </c:pt>
                <c:pt idx="4">
                  <c:v>0.37326382233987271</c:v>
                </c:pt>
                <c:pt idx="5">
                  <c:v>0.35323338245647223</c:v>
                </c:pt>
                <c:pt idx="6">
                  <c:v>0.40351783570679972</c:v>
                </c:pt>
                <c:pt idx="7">
                  <c:v>0.36730226140583272</c:v>
                </c:pt>
                <c:pt idx="8">
                  <c:v>0.34976898015360003</c:v>
                </c:pt>
                <c:pt idx="9">
                  <c:v>0.37896317466819684</c:v>
                </c:pt>
                <c:pt idx="10">
                  <c:v>0.38118662680708676</c:v>
                </c:pt>
                <c:pt idx="11">
                  <c:v>0.39026160176144048</c:v>
                </c:pt>
                <c:pt idx="12">
                  <c:v>0.38641993440469341</c:v>
                </c:pt>
                <c:pt idx="13">
                  <c:v>0.37010300353784409</c:v>
                </c:pt>
                <c:pt idx="14">
                  <c:v>0.34883880372121068</c:v>
                </c:pt>
                <c:pt idx="15">
                  <c:v>0.35883646073509839</c:v>
                </c:pt>
                <c:pt idx="16">
                  <c:v>0.38519920129755741</c:v>
                </c:pt>
                <c:pt idx="17">
                  <c:v>0.34109583677687089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F2-4492-88E7-70342AB9D8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6286816"/>
        <c:axId val="556267136"/>
      </c:barChart>
      <c:lineChart>
        <c:grouping val="standard"/>
        <c:varyColors val="0"/>
        <c:ser>
          <c:idx val="2"/>
          <c:order val="2"/>
          <c:tx>
            <c:strRef>
              <c:f>Charts!$C$57</c:f>
              <c:strCache>
                <c:ptCount val="1"/>
                <c:pt idx="0">
                  <c:v>Discount Impact (%)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Charts!$C$58:$C$75</c:f>
              <c:numCache>
                <c:formatCode>General</c:formatCode>
                <c:ptCount val="18"/>
                <c:pt idx="0">
                  <c:v>11068.650000000052</c:v>
                </c:pt>
                <c:pt idx="1">
                  <c:v>12855.650000000009</c:v>
                </c:pt>
                <c:pt idx="2">
                  <c:v>9356.050000000032</c:v>
                </c:pt>
                <c:pt idx="3">
                  <c:v>9883.5500000000029</c:v>
                </c:pt>
                <c:pt idx="4">
                  <c:v>12663.350000000049</c:v>
                </c:pt>
                <c:pt idx="5">
                  <c:v>11970.800000000003</c:v>
                </c:pt>
                <c:pt idx="6">
                  <c:v>9838.7500000000582</c:v>
                </c:pt>
                <c:pt idx="7">
                  <c:v>10966.350000000035</c:v>
                </c:pt>
                <c:pt idx="8">
                  <c:v>10340.900000000081</c:v>
                </c:pt>
                <c:pt idx="9">
                  <c:v>7012.8500000000349</c:v>
                </c:pt>
                <c:pt idx="10">
                  <c:v>4985.0500000000466</c:v>
                </c:pt>
                <c:pt idx="11">
                  <c:v>6825.8500000000058</c:v>
                </c:pt>
                <c:pt idx="12">
                  <c:v>4047.6000000000131</c:v>
                </c:pt>
                <c:pt idx="13">
                  <c:v>4715.4000000000233</c:v>
                </c:pt>
                <c:pt idx="14">
                  <c:v>5692.3500000000276</c:v>
                </c:pt>
                <c:pt idx="15">
                  <c:v>5391.7500000000509</c:v>
                </c:pt>
                <c:pt idx="16">
                  <c:v>3078.8500000000058</c:v>
                </c:pt>
                <c:pt idx="17">
                  <c:v>5241.1500000000087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1F2-4492-88E7-70342AB9D8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6254176"/>
        <c:axId val="556255616"/>
      </c:lineChart>
      <c:catAx>
        <c:axId val="5562541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55616"/>
        <c:crosses val="autoZero"/>
        <c:auto val="1"/>
        <c:lblAlgn val="ctr"/>
        <c:lblOffset val="100"/>
        <c:noMultiLvlLbl val="0"/>
      </c:catAx>
      <c:valAx>
        <c:axId val="556255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54176"/>
        <c:crosses val="autoZero"/>
        <c:crossBetween val="between"/>
      </c:valAx>
      <c:valAx>
        <c:axId val="55626713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86816"/>
        <c:crosses val="max"/>
        <c:crossBetween val="between"/>
      </c:valAx>
      <c:catAx>
        <c:axId val="556286816"/>
        <c:scaling>
          <c:orientation val="minMax"/>
        </c:scaling>
        <c:delete val="1"/>
        <c:axPos val="b"/>
        <c:majorTickMark val="out"/>
        <c:minorTickMark val="none"/>
        <c:tickLblPos val="nextTo"/>
        <c:crossAx val="5562671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_DeepYellow" showMasterSp="0">
  <p:cSld name="4_Title Slide_DeepYellow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651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14" name="Google Shape;14;p11"/>
          <p:cNvSpPr/>
          <p:nvPr>
            <p:ph idx="1" type="body"/>
          </p:nvPr>
        </p:nvSpPr>
        <p:spPr>
          <a:xfrm>
            <a:off x="8074536" y="3124200"/>
            <a:ext cx="2087678" cy="3270696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3" type="body"/>
          </p:nvPr>
        </p:nvSpPr>
        <p:spPr>
          <a:xfrm>
            <a:off x="2190750" y="609600"/>
            <a:ext cx="7810500" cy="5638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type="ctrTitle"/>
          </p:nvPr>
        </p:nvSpPr>
        <p:spPr>
          <a:xfrm>
            <a:off x="3163809" y="1905000"/>
            <a:ext cx="5864382" cy="2275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wentieth Century"/>
              <a:buNone/>
              <a:defRPr sz="5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4" type="subTitle"/>
          </p:nvPr>
        </p:nvSpPr>
        <p:spPr>
          <a:xfrm>
            <a:off x="4059707" y="4297679"/>
            <a:ext cx="407258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Emphasis-Subtitle and Content">
  <p:cSld name="Title Emphasis-Sub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" name="Google Shape;20;p12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body"/>
          </p:nvPr>
        </p:nvSpPr>
        <p:spPr>
          <a:xfrm>
            <a:off x="548640" y="2667000"/>
            <a:ext cx="10288693" cy="3660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2" name="Google Shape;22;p12"/>
          <p:cNvSpPr/>
          <p:nvPr>
            <p:ph idx="2" type="pic"/>
          </p:nvPr>
        </p:nvSpPr>
        <p:spPr>
          <a:xfrm>
            <a:off x="0" y="0"/>
            <a:ext cx="8329286" cy="457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3" name="Google Shape;23;p12"/>
          <p:cNvSpPr txBox="1"/>
          <p:nvPr>
            <p:ph idx="3" type="body"/>
          </p:nvPr>
        </p:nvSpPr>
        <p:spPr>
          <a:xfrm>
            <a:off x="-1" y="1676400"/>
            <a:ext cx="10837333" cy="4247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64007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Blue_Triangle patch BG">
  <p:cSld name="TITLE ONLY_Blue_Triangle patch BG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/>
          <p:nvPr/>
        </p:nvSpPr>
        <p:spPr>
          <a:xfrm>
            <a:off x="3175958" y="0"/>
            <a:ext cx="9016043" cy="6858000"/>
          </a:xfrm>
          <a:custGeom>
            <a:rect b="b" l="l" r="r" t="t"/>
            <a:pathLst>
              <a:path extrusionOk="0" h="6858000" w="9016043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" name="Google Shape;27;p13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" name="Google Shape;28;p13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3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33;p14"/>
          <p:cNvSpPr txBox="1"/>
          <p:nvPr>
            <p:ph type="title"/>
          </p:nvPr>
        </p:nvSpPr>
        <p:spPr>
          <a:xfrm>
            <a:off x="548640" y="990600"/>
            <a:ext cx="1080516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548640" y="2667000"/>
            <a:ext cx="10288693" cy="3660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5" name="Google Shape;35;p14"/>
          <p:cNvSpPr/>
          <p:nvPr>
            <p:ph idx="2" type="pic"/>
          </p:nvPr>
        </p:nvSpPr>
        <p:spPr>
          <a:xfrm>
            <a:off x="0" y="0"/>
            <a:ext cx="8329286" cy="457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DeepYellow">
  <p:cSld name="Title Slide_DeepYellow">
    <p:bg>
      <p:bgPr>
        <a:solidFill>
          <a:srgbClr val="F2F2F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1181099" y="457200"/>
            <a:ext cx="8128343" cy="624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9" name="Google Shape;39;p15"/>
          <p:cNvSpPr/>
          <p:nvPr/>
        </p:nvSpPr>
        <p:spPr>
          <a:xfrm rot="2232448">
            <a:off x="9455741" y="-926244"/>
            <a:ext cx="131438" cy="8710488"/>
          </a:xfrm>
          <a:custGeom>
            <a:rect b="b" l="l" r="r" t="t"/>
            <a:pathLst>
              <a:path extrusionOk="0" h="8710488" w="13143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" name="Google Shape;40;p15"/>
          <p:cNvSpPr/>
          <p:nvPr/>
        </p:nvSpPr>
        <p:spPr>
          <a:xfrm rot="2232448">
            <a:off x="9332817" y="-941780"/>
            <a:ext cx="172357" cy="8741560"/>
          </a:xfrm>
          <a:custGeom>
            <a:rect b="b" l="l" r="r" t="t"/>
            <a:pathLst>
              <a:path extrusionOk="0" h="8741560" w="172357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990599" y="304800"/>
            <a:ext cx="8128343" cy="6248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type="ctrTitle"/>
          </p:nvPr>
        </p:nvSpPr>
        <p:spPr>
          <a:xfrm>
            <a:off x="1378135" y="1219199"/>
            <a:ext cx="7232465" cy="2732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2E52"/>
              </a:buClr>
              <a:buSzPts val="5000"/>
              <a:buFont typeface="Twentieth Century"/>
              <a:buNone/>
              <a:defRPr sz="5000" cap="none">
                <a:solidFill>
                  <a:srgbClr val="2C2E5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3" type="subTitle"/>
          </p:nvPr>
        </p:nvSpPr>
        <p:spPr>
          <a:xfrm>
            <a:off x="1378134" y="4069079"/>
            <a:ext cx="502266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" name="Google Shape;44;p15"/>
          <p:cNvSpPr/>
          <p:nvPr/>
        </p:nvSpPr>
        <p:spPr>
          <a:xfrm flipH="1" rot="-5400000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5" name="Google Shape;45;p15"/>
          <p:cNvSpPr/>
          <p:nvPr>
            <p:ph idx="4" type="pic"/>
          </p:nvPr>
        </p:nvSpPr>
        <p:spPr>
          <a:xfrm>
            <a:off x="7013448" y="34960"/>
            <a:ext cx="5178552" cy="68230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_DeepYellow" showMasterSp="0">
  <p:cSld name="1_Title Slide_DeepYellow">
    <p:bg>
      <p:bgPr>
        <a:solidFill>
          <a:srgbClr val="F2F2F2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1181099" y="457200"/>
            <a:ext cx="8128343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8" name="Google Shape;48;p16"/>
          <p:cNvSpPr/>
          <p:nvPr/>
        </p:nvSpPr>
        <p:spPr>
          <a:xfrm rot="2232448">
            <a:off x="9455741" y="-926244"/>
            <a:ext cx="131438" cy="8710488"/>
          </a:xfrm>
          <a:custGeom>
            <a:rect b="b" l="l" r="r" t="t"/>
            <a:pathLst>
              <a:path extrusionOk="0" h="8710488" w="13143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" name="Google Shape;49;p16"/>
          <p:cNvSpPr/>
          <p:nvPr/>
        </p:nvSpPr>
        <p:spPr>
          <a:xfrm rot="2232448">
            <a:off x="9332817" y="-941780"/>
            <a:ext cx="172357" cy="8741560"/>
          </a:xfrm>
          <a:custGeom>
            <a:rect b="b" l="l" r="r" t="t"/>
            <a:pathLst>
              <a:path extrusionOk="0" h="8741560" w="172357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" name="Google Shape;50;p16"/>
          <p:cNvSpPr txBox="1"/>
          <p:nvPr>
            <p:ph idx="2" type="body"/>
          </p:nvPr>
        </p:nvSpPr>
        <p:spPr>
          <a:xfrm>
            <a:off x="990599" y="304800"/>
            <a:ext cx="8128343" cy="6248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type="ctrTitle"/>
          </p:nvPr>
        </p:nvSpPr>
        <p:spPr>
          <a:xfrm>
            <a:off x="1378135" y="1219199"/>
            <a:ext cx="7232465" cy="2732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2E52"/>
              </a:buClr>
              <a:buSzPts val="5000"/>
              <a:buFont typeface="Twentieth Century"/>
              <a:buNone/>
              <a:defRPr sz="5000" cap="none">
                <a:solidFill>
                  <a:srgbClr val="2C2E5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3" type="subTitle"/>
          </p:nvPr>
        </p:nvSpPr>
        <p:spPr>
          <a:xfrm>
            <a:off x="1378134" y="4069079"/>
            <a:ext cx="502266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" name="Google Shape;53;p16"/>
          <p:cNvSpPr/>
          <p:nvPr/>
        </p:nvSpPr>
        <p:spPr>
          <a:xfrm flipH="1" rot="-5400000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" name="Google Shape;54;p16"/>
          <p:cNvSpPr/>
          <p:nvPr>
            <p:ph idx="4" type="pic"/>
          </p:nvPr>
        </p:nvSpPr>
        <p:spPr>
          <a:xfrm>
            <a:off x="7013448" y="34960"/>
            <a:ext cx="5178552" cy="68230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_DeepYellow" showMasterSp="0">
  <p:cSld name="3_Title Slide_DeepYellow">
    <p:bg>
      <p:bgPr>
        <a:solidFill>
          <a:srgbClr val="F2F2F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660462" y="0"/>
            <a:ext cx="9931338" cy="68230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533400" y="0"/>
            <a:ext cx="5086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3" type="body"/>
          </p:nvPr>
        </p:nvSpPr>
        <p:spPr>
          <a:xfrm>
            <a:off x="990600" y="609600"/>
            <a:ext cx="7429500" cy="5638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type="ctrTitle"/>
          </p:nvPr>
        </p:nvSpPr>
        <p:spPr>
          <a:xfrm>
            <a:off x="1295400" y="1905000"/>
            <a:ext cx="5864382" cy="2275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2E52"/>
              </a:buClr>
              <a:buSzPts val="5000"/>
              <a:buFont typeface="Twentieth Century"/>
              <a:buNone/>
              <a:defRPr sz="5000" cap="none">
                <a:solidFill>
                  <a:srgbClr val="2C2E5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4" type="subTitle"/>
          </p:nvPr>
        </p:nvSpPr>
        <p:spPr>
          <a:xfrm>
            <a:off x="1295400" y="4297679"/>
            <a:ext cx="407258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" name="Google Shape;61;p17"/>
          <p:cNvSpPr txBox="1"/>
          <p:nvPr>
            <p:ph idx="5" type="body"/>
          </p:nvPr>
        </p:nvSpPr>
        <p:spPr>
          <a:xfrm>
            <a:off x="450896" y="0"/>
            <a:ext cx="6350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6" type="body"/>
          </p:nvPr>
        </p:nvSpPr>
        <p:spPr>
          <a:xfrm>
            <a:off x="368391" y="0"/>
            <a:ext cx="6350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7" type="pic"/>
          </p:nvPr>
        </p:nvSpPr>
        <p:spPr>
          <a:xfrm>
            <a:off x="7013448" y="34960"/>
            <a:ext cx="5178552" cy="68230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_DeepYellow" showMasterSp="0">
  <p:cSld name="5_Title Slide_DeepYellow">
    <p:bg>
      <p:bgPr>
        <a:solidFill>
          <a:srgbClr val="F2F2F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6" name="Google Shape;66;p18"/>
          <p:cNvSpPr/>
          <p:nvPr>
            <p:ph idx="1" type="body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3" type="body"/>
          </p:nvPr>
        </p:nvSpPr>
        <p:spPr>
          <a:xfrm>
            <a:off x="9067800" y="4648200"/>
            <a:ext cx="1143000" cy="1790700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4" type="body"/>
          </p:nvPr>
        </p:nvSpPr>
        <p:spPr>
          <a:xfrm>
            <a:off x="2190750" y="609600"/>
            <a:ext cx="7810500" cy="5638800"/>
          </a:xfrm>
          <a:prstGeom prst="rect">
            <a:avLst/>
          </a:prstGeom>
          <a:solidFill>
            <a:srgbClr val="32345C">
              <a:alpha val="91764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type="ctrTitle"/>
          </p:nvPr>
        </p:nvSpPr>
        <p:spPr>
          <a:xfrm>
            <a:off x="3163809" y="1905000"/>
            <a:ext cx="5864382" cy="2275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wentieth Century"/>
              <a:buNone/>
              <a:defRPr sz="5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5" type="subTitle"/>
          </p:nvPr>
        </p:nvSpPr>
        <p:spPr>
          <a:xfrm>
            <a:off x="4059707" y="4297679"/>
            <a:ext cx="407258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bg>
      <p:bgPr>
        <a:solidFill>
          <a:srgbClr val="F2F2F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idx="1" type="body"/>
          </p:nvPr>
        </p:nvSpPr>
        <p:spPr>
          <a:xfrm flipH="1" rot="-2005898">
            <a:off x="584131" y="-142449"/>
            <a:ext cx="1218268" cy="6177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73" name="Google Shape;73;p19"/>
          <p:cNvSpPr/>
          <p:nvPr>
            <p:ph idx="2" type="pic"/>
          </p:nvPr>
        </p:nvSpPr>
        <p:spPr>
          <a:xfrm>
            <a:off x="3124200" y="0"/>
            <a:ext cx="90678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4" name="Google Shape;74;p19"/>
          <p:cNvSpPr txBox="1"/>
          <p:nvPr>
            <p:ph idx="3" type="body"/>
          </p:nvPr>
        </p:nvSpPr>
        <p:spPr>
          <a:xfrm>
            <a:off x="533400" y="266700"/>
            <a:ext cx="5105400" cy="6324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type="ctrTitle"/>
          </p:nvPr>
        </p:nvSpPr>
        <p:spPr>
          <a:xfrm>
            <a:off x="933450" y="762000"/>
            <a:ext cx="4381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4" type="subTitle"/>
          </p:nvPr>
        </p:nvSpPr>
        <p:spPr>
          <a:xfrm>
            <a:off x="933450" y="4343400"/>
            <a:ext cx="4381500" cy="135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" name="Google Shape;77;p19"/>
          <p:cNvSpPr/>
          <p:nvPr>
            <p:ph idx="5" type="body"/>
          </p:nvPr>
        </p:nvSpPr>
        <p:spPr>
          <a:xfrm flipH="1">
            <a:off x="314325" y="4953000"/>
            <a:ext cx="1143000" cy="1790700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showMasterSp="0">
  <p:cSld name="2_Title Slid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/>
          <p:nvPr>
            <p:ph idx="2" type="pic"/>
          </p:nvPr>
        </p:nvSpPr>
        <p:spPr>
          <a:xfrm>
            <a:off x="0" y="0"/>
            <a:ext cx="8329286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8600" rotWithShape="0" algn="l" dist="38100">
              <a:srgbClr val="000000">
                <a:alpha val="40000"/>
              </a:srgbClr>
            </a:outerShdw>
          </a:effectLst>
        </p:spPr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990600" y="609600"/>
            <a:ext cx="4648200" cy="5638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type="ctrTitle"/>
          </p:nvPr>
        </p:nvSpPr>
        <p:spPr>
          <a:xfrm>
            <a:off x="1257300" y="1447800"/>
            <a:ext cx="4114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3" type="subTitle"/>
          </p:nvPr>
        </p:nvSpPr>
        <p:spPr>
          <a:xfrm>
            <a:off x="6057900" y="4495801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" name="Google Shape;83;p20"/>
          <p:cNvSpPr txBox="1"/>
          <p:nvPr>
            <p:ph idx="4" type="body"/>
          </p:nvPr>
        </p:nvSpPr>
        <p:spPr>
          <a:xfrm>
            <a:off x="2705100" y="409575"/>
            <a:ext cx="1219200" cy="40005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5" type="body"/>
          </p:nvPr>
        </p:nvSpPr>
        <p:spPr>
          <a:xfrm>
            <a:off x="2705100" y="6076950"/>
            <a:ext cx="1219200" cy="40005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and Content">
  <p:cSld name="Title Subtitle and Conte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548640" y="2667000"/>
            <a:ext cx="10288693" cy="3660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9" name="Google Shape;89;p21"/>
          <p:cNvSpPr/>
          <p:nvPr>
            <p:ph idx="2" type="pic"/>
          </p:nvPr>
        </p:nvSpPr>
        <p:spPr>
          <a:xfrm>
            <a:off x="0" y="0"/>
            <a:ext cx="8329286" cy="457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548640" y="1676400"/>
            <a:ext cx="10837333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Blue">
  <p:cSld name="TITLE ONLY_Blu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4" name="Google Shape;94;p22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22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sea green">
  <p:cSld name="TITLE ONLY_sea gree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9" name="Google Shape;99;p23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3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Orange">
  <p:cSld name="TITLE ONLY_Orang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4" name="Google Shape;104;p24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24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Pink">
  <p:cSld name="TITLE ONLY_Pi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9" name="Google Shape;109;p25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25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Light Blue">
  <p:cSld name="TITLE ONLY_Light Blu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4" name="Google Shape;114;p26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6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Grey">
  <p:cSld name="TITLE ONLY_Gre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9" name="Google Shape;119;p27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27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65747C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Content and Image">
  <p:cSld name="Title Subtitle Content and Imag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4" name="Google Shape;124;p28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548641" y="2667000"/>
            <a:ext cx="5775960" cy="3660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26" name="Google Shape;126;p28"/>
          <p:cNvSpPr/>
          <p:nvPr>
            <p:ph idx="2" type="pic"/>
          </p:nvPr>
        </p:nvSpPr>
        <p:spPr>
          <a:xfrm>
            <a:off x="0" y="0"/>
            <a:ext cx="8329286" cy="457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27" name="Google Shape;127;p28"/>
          <p:cNvSpPr txBox="1"/>
          <p:nvPr>
            <p:ph idx="3" type="body"/>
          </p:nvPr>
        </p:nvSpPr>
        <p:spPr>
          <a:xfrm>
            <a:off x="548640" y="1676400"/>
            <a:ext cx="10837333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28" name="Google Shape;128;p28"/>
          <p:cNvSpPr/>
          <p:nvPr>
            <p:ph idx="4" type="pic"/>
          </p:nvPr>
        </p:nvSpPr>
        <p:spPr>
          <a:xfrm>
            <a:off x="6629399" y="2667000"/>
            <a:ext cx="5013959" cy="3660775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8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Content and Image_Top shape bar">
  <p:cSld name="Title Subtitle Content and Image_Top shape ba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2" name="Google Shape;132;p29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548641" y="2667000"/>
            <a:ext cx="5775960" cy="3660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2" type="body"/>
          </p:nvPr>
        </p:nvSpPr>
        <p:spPr>
          <a:xfrm>
            <a:off x="548640" y="1676400"/>
            <a:ext cx="10837333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35" name="Google Shape;135;p29"/>
          <p:cNvSpPr/>
          <p:nvPr>
            <p:ph idx="3" type="pic"/>
          </p:nvPr>
        </p:nvSpPr>
        <p:spPr>
          <a:xfrm>
            <a:off x="6629399" y="2667000"/>
            <a:ext cx="5013959" cy="3660775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9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Content and Image_Top shape white bar">
  <p:cSld name="Title Subtitle Content and Image_Top shape white ba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/>
          <p:nvPr>
            <p:ph idx="2" type="pic"/>
          </p:nvPr>
        </p:nvSpPr>
        <p:spPr>
          <a:xfrm>
            <a:off x="5334001" y="112976"/>
            <a:ext cx="6858000" cy="6745024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0"/>
          <p:cNvSpPr txBox="1"/>
          <p:nvPr>
            <p:ph idx="1" type="body"/>
          </p:nvPr>
        </p:nvSpPr>
        <p:spPr>
          <a:xfrm rot="5400000">
            <a:off x="5238089" y="208890"/>
            <a:ext cx="6745024" cy="6553200"/>
          </a:xfrm>
          <a:prstGeom prst="rect">
            <a:avLst/>
          </a:prstGeom>
          <a:gradFill>
            <a:gsLst>
              <a:gs pos="0">
                <a:schemeClr val="lt1"/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40" name="Google Shape;140;p30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1" name="Google Shape;141;p30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3" type="body"/>
          </p:nvPr>
        </p:nvSpPr>
        <p:spPr>
          <a:xfrm>
            <a:off x="548641" y="2667000"/>
            <a:ext cx="5775960" cy="3660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4" type="body"/>
          </p:nvPr>
        </p:nvSpPr>
        <p:spPr>
          <a:xfrm>
            <a:off x="548640" y="1676400"/>
            <a:ext cx="10837333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Content and half horizontal Image_Top shape bar">
  <p:cSld name="Title Subtitle Content and half horizontal Image_Top shape ba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/>
          <p:nvPr>
            <p:ph idx="2" type="pic"/>
          </p:nvPr>
        </p:nvSpPr>
        <p:spPr>
          <a:xfrm>
            <a:off x="548641" y="2667001"/>
            <a:ext cx="11094718" cy="1757126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1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8" name="Google Shape;148;p31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" type="body"/>
          </p:nvPr>
        </p:nvSpPr>
        <p:spPr>
          <a:xfrm>
            <a:off x="548640" y="4709677"/>
            <a:ext cx="11094717" cy="1500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3" type="body"/>
          </p:nvPr>
        </p:nvSpPr>
        <p:spPr>
          <a:xfrm>
            <a:off x="548640" y="1676400"/>
            <a:ext cx="10837333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ubtitle Content and half Image_Top shape bar">
  <p:cSld name="Title Subtitle Content and half Image_Top shape ba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/>
          <p:nvPr>
            <p:ph idx="2" type="pic"/>
          </p:nvPr>
        </p:nvSpPr>
        <p:spPr>
          <a:xfrm>
            <a:off x="548641" y="2667001"/>
            <a:ext cx="5775959" cy="3543552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32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5" name="Google Shape;155;p32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1" type="body"/>
          </p:nvPr>
        </p:nvSpPr>
        <p:spPr>
          <a:xfrm>
            <a:off x="6553200" y="2667001"/>
            <a:ext cx="5090157" cy="3543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3" type="body"/>
          </p:nvPr>
        </p:nvSpPr>
        <p:spPr>
          <a:xfrm>
            <a:off x="548640" y="1676400"/>
            <a:ext cx="10837333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Image Title Content and Top shape bar">
  <p:cSld name="Half Image Title Content and Top shape ba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1" name="Google Shape;161;p33"/>
          <p:cNvSpPr txBox="1"/>
          <p:nvPr>
            <p:ph type="title"/>
          </p:nvPr>
        </p:nvSpPr>
        <p:spPr>
          <a:xfrm>
            <a:off x="548640" y="3735623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3"/>
          <p:cNvSpPr txBox="1"/>
          <p:nvPr>
            <p:ph idx="1" type="body"/>
          </p:nvPr>
        </p:nvSpPr>
        <p:spPr>
          <a:xfrm>
            <a:off x="548640" y="4617492"/>
            <a:ext cx="9890759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63" name="Google Shape;163;p33"/>
          <p:cNvSpPr/>
          <p:nvPr>
            <p:ph idx="2" type="pic"/>
          </p:nvPr>
        </p:nvSpPr>
        <p:spPr>
          <a:xfrm>
            <a:off x="0" y="112976"/>
            <a:ext cx="12191999" cy="3278423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33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Image Title Two column Content and Top shape bar">
  <p:cSld name="Half Image Title Two column Content and Top shape bar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7" name="Google Shape;167;p34"/>
          <p:cNvSpPr txBox="1"/>
          <p:nvPr>
            <p:ph type="title"/>
          </p:nvPr>
        </p:nvSpPr>
        <p:spPr>
          <a:xfrm>
            <a:off x="548640" y="3735623"/>
            <a:ext cx="111099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4"/>
          <p:cNvSpPr txBox="1"/>
          <p:nvPr>
            <p:ph idx="1" type="body"/>
          </p:nvPr>
        </p:nvSpPr>
        <p:spPr>
          <a:xfrm>
            <a:off x="548641" y="4617492"/>
            <a:ext cx="5212080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69" name="Google Shape;169;p34"/>
          <p:cNvSpPr/>
          <p:nvPr>
            <p:ph idx="2" type="pic"/>
          </p:nvPr>
        </p:nvSpPr>
        <p:spPr>
          <a:xfrm>
            <a:off x="0" y="112976"/>
            <a:ext cx="12191999" cy="3278423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 txBox="1"/>
          <p:nvPr>
            <p:ph idx="3" type="body"/>
          </p:nvPr>
        </p:nvSpPr>
        <p:spPr>
          <a:xfrm>
            <a:off x="6446520" y="4617492"/>
            <a:ext cx="5212080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71" name="Google Shape;171;p34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alf Image Title Two column Content and Top shape bar">
  <p:cSld name="1_Half Image Title Two column Content and Top shape ba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4" name="Google Shape;174;p35"/>
          <p:cNvSpPr txBox="1"/>
          <p:nvPr>
            <p:ph type="title"/>
          </p:nvPr>
        </p:nvSpPr>
        <p:spPr>
          <a:xfrm>
            <a:off x="1721698" y="3735622"/>
            <a:ext cx="5013960" cy="2408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5"/>
          <p:cNvSpPr/>
          <p:nvPr>
            <p:ph idx="2" type="pic"/>
          </p:nvPr>
        </p:nvSpPr>
        <p:spPr>
          <a:xfrm>
            <a:off x="0" y="112976"/>
            <a:ext cx="12191999" cy="3278423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5"/>
          <p:cNvSpPr txBox="1"/>
          <p:nvPr>
            <p:ph idx="1" type="body"/>
          </p:nvPr>
        </p:nvSpPr>
        <p:spPr>
          <a:xfrm>
            <a:off x="7239000" y="1981199"/>
            <a:ext cx="4389542" cy="4163339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77" name="Google Shape;177;p35"/>
          <p:cNvSpPr txBox="1"/>
          <p:nvPr>
            <p:ph idx="3" type="body"/>
          </p:nvPr>
        </p:nvSpPr>
        <p:spPr>
          <a:xfrm>
            <a:off x="7589520" y="2286000"/>
            <a:ext cx="368808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accent2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78" name="Google Shape;178;p35"/>
          <p:cNvSpPr/>
          <p:nvPr>
            <p:ph idx="4" type="pic"/>
          </p:nvPr>
        </p:nvSpPr>
        <p:spPr>
          <a:xfrm>
            <a:off x="548944" y="3717925"/>
            <a:ext cx="914400" cy="930275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Image Multiple images Title Two column Content and Top shape bar">
  <p:cSld name="Half Image Multiple images Title Two column Content and Top shape ba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2" name="Google Shape;182;p36"/>
          <p:cNvSpPr txBox="1"/>
          <p:nvPr>
            <p:ph type="title"/>
          </p:nvPr>
        </p:nvSpPr>
        <p:spPr>
          <a:xfrm>
            <a:off x="7315200" y="4176259"/>
            <a:ext cx="4343400" cy="196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6"/>
          <p:cNvSpPr/>
          <p:nvPr>
            <p:ph idx="2" type="pic"/>
          </p:nvPr>
        </p:nvSpPr>
        <p:spPr>
          <a:xfrm>
            <a:off x="0" y="112976"/>
            <a:ext cx="12191999" cy="3278423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6"/>
          <p:cNvSpPr/>
          <p:nvPr>
            <p:ph idx="3" type="pic"/>
          </p:nvPr>
        </p:nvSpPr>
        <p:spPr>
          <a:xfrm>
            <a:off x="542834" y="1066801"/>
            <a:ext cx="3505199" cy="507773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185" name="Google Shape;185;p36"/>
          <p:cNvSpPr/>
          <p:nvPr>
            <p:ph idx="4" type="pic"/>
          </p:nvPr>
        </p:nvSpPr>
        <p:spPr>
          <a:xfrm>
            <a:off x="4191000" y="4343400"/>
            <a:ext cx="2743200" cy="180113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186" name="Google Shape;186;p36"/>
          <p:cNvSpPr/>
          <p:nvPr>
            <p:ph idx="5" type="pic"/>
          </p:nvPr>
        </p:nvSpPr>
        <p:spPr>
          <a:xfrm>
            <a:off x="4191000" y="1066801"/>
            <a:ext cx="2743200" cy="312602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187" name="Google Shape;187;p36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ith Top bar">
  <p:cSld name="Full Image with Top bar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0" name="Google Shape;190;p37"/>
          <p:cNvSpPr/>
          <p:nvPr>
            <p:ph idx="2" type="pic"/>
          </p:nvPr>
        </p:nvSpPr>
        <p:spPr>
          <a:xfrm>
            <a:off x="0" y="112976"/>
            <a:ext cx="12191999" cy="6745024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7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37"/>
          <p:cNvSpPr txBox="1"/>
          <p:nvPr>
            <p:ph type="title"/>
          </p:nvPr>
        </p:nvSpPr>
        <p:spPr>
          <a:xfrm>
            <a:off x="548640" y="548640"/>
            <a:ext cx="11106150" cy="51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Full Image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/>
          <p:nvPr>
            <p:ph idx="2" type="pic"/>
          </p:nvPr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38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38"/>
          <p:cNvSpPr txBox="1"/>
          <p:nvPr>
            <p:ph type="title"/>
          </p:nvPr>
        </p:nvSpPr>
        <p:spPr>
          <a:xfrm>
            <a:off x="548640" y="548640"/>
            <a:ext cx="11106150" cy="51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Full Image">
  <p:cSld name="1_Full Image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/>
          <p:nvPr>
            <p:ph idx="2" type="pic"/>
          </p:nvPr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39"/>
          <p:cNvSpPr txBox="1"/>
          <p:nvPr>
            <p:ph idx="1" type="body"/>
          </p:nvPr>
        </p:nvSpPr>
        <p:spPr>
          <a:xfrm>
            <a:off x="7261801" y="1189969"/>
            <a:ext cx="4389542" cy="4677431"/>
          </a:xfrm>
          <a:prstGeom prst="rect">
            <a:avLst/>
          </a:prstGeom>
          <a:solidFill>
            <a:schemeClr val="lt1">
              <a:alpha val="87843"/>
            </a:schemeClr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00" name="Google Shape;200;p39"/>
          <p:cNvSpPr txBox="1"/>
          <p:nvPr>
            <p:ph idx="3" type="body"/>
          </p:nvPr>
        </p:nvSpPr>
        <p:spPr>
          <a:xfrm>
            <a:off x="7612321" y="1494770"/>
            <a:ext cx="3688080" cy="3915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01" name="Google Shape;201;p39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39"/>
          <p:cNvSpPr txBox="1"/>
          <p:nvPr>
            <p:ph type="title"/>
          </p:nvPr>
        </p:nvSpPr>
        <p:spPr>
          <a:xfrm>
            <a:off x="548640" y="548640"/>
            <a:ext cx="11106150" cy="641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Full Image">
  <p:cSld name="2_Full Image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/>
          <p:nvPr>
            <p:ph idx="2" type="pic"/>
          </p:nvPr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40"/>
          <p:cNvSpPr txBox="1"/>
          <p:nvPr>
            <p:ph idx="1" type="body"/>
          </p:nvPr>
        </p:nvSpPr>
        <p:spPr>
          <a:xfrm>
            <a:off x="552269" y="1189969"/>
            <a:ext cx="4389542" cy="4677431"/>
          </a:xfrm>
          <a:prstGeom prst="rect">
            <a:avLst/>
          </a:prstGeom>
          <a:solidFill>
            <a:schemeClr val="accent2">
              <a:alpha val="87843"/>
            </a:schemeClr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06" name="Google Shape;206;p40"/>
          <p:cNvSpPr txBox="1"/>
          <p:nvPr>
            <p:ph idx="3" type="body"/>
          </p:nvPr>
        </p:nvSpPr>
        <p:spPr>
          <a:xfrm>
            <a:off x="902789" y="1494770"/>
            <a:ext cx="3688080" cy="3915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07" name="Google Shape;207;p40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40"/>
          <p:cNvSpPr txBox="1"/>
          <p:nvPr>
            <p:ph type="title"/>
          </p:nvPr>
        </p:nvSpPr>
        <p:spPr>
          <a:xfrm>
            <a:off x="548640" y="548640"/>
            <a:ext cx="11106150" cy="44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ubtitle Content and half Image_Top shape bar">
  <p:cSld name="1_Title Subtitle Content and half Image_Top shape bar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1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1" name="Google Shape;211;p41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41"/>
          <p:cNvSpPr txBox="1"/>
          <p:nvPr>
            <p:ph idx="1" type="body"/>
          </p:nvPr>
        </p:nvSpPr>
        <p:spPr>
          <a:xfrm>
            <a:off x="548640" y="4021648"/>
            <a:ext cx="5090157" cy="1884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13" name="Google Shape;213;p41"/>
          <p:cNvSpPr txBox="1"/>
          <p:nvPr>
            <p:ph idx="2" type="body"/>
          </p:nvPr>
        </p:nvSpPr>
        <p:spPr>
          <a:xfrm>
            <a:off x="548640" y="3429000"/>
            <a:ext cx="5090157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14" name="Google Shape;214;p41"/>
          <p:cNvSpPr txBox="1"/>
          <p:nvPr>
            <p:ph idx="3" type="body"/>
          </p:nvPr>
        </p:nvSpPr>
        <p:spPr>
          <a:xfrm>
            <a:off x="6527803" y="4021648"/>
            <a:ext cx="5090157" cy="1884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15" name="Google Shape;215;p41"/>
          <p:cNvSpPr txBox="1"/>
          <p:nvPr>
            <p:ph idx="4" type="body"/>
          </p:nvPr>
        </p:nvSpPr>
        <p:spPr>
          <a:xfrm>
            <a:off x="6527803" y="3429000"/>
            <a:ext cx="5090157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16" name="Google Shape;216;p41"/>
          <p:cNvSpPr/>
          <p:nvPr>
            <p:ph idx="5" type="pic"/>
          </p:nvPr>
        </p:nvSpPr>
        <p:spPr>
          <a:xfrm>
            <a:off x="548944" y="2423061"/>
            <a:ext cx="711197" cy="723544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41"/>
          <p:cNvSpPr/>
          <p:nvPr>
            <p:ph idx="6" type="pic"/>
          </p:nvPr>
        </p:nvSpPr>
        <p:spPr>
          <a:xfrm>
            <a:off x="6527803" y="2423061"/>
            <a:ext cx="711197" cy="723544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ubtitle Content and half Image_Top shape bar">
  <p:cSld name="2_Title Subtitle Content and half Image_Top shape bar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1" name="Google Shape;221;p42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2"/>
          <p:cNvSpPr txBox="1"/>
          <p:nvPr>
            <p:ph idx="1" type="body"/>
          </p:nvPr>
        </p:nvSpPr>
        <p:spPr>
          <a:xfrm>
            <a:off x="548640" y="4021648"/>
            <a:ext cx="3474720" cy="1884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23" name="Google Shape;223;p42"/>
          <p:cNvSpPr txBox="1"/>
          <p:nvPr>
            <p:ph idx="2" type="body"/>
          </p:nvPr>
        </p:nvSpPr>
        <p:spPr>
          <a:xfrm>
            <a:off x="548640" y="3429000"/>
            <a:ext cx="347472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24" name="Google Shape;224;p42"/>
          <p:cNvSpPr txBox="1"/>
          <p:nvPr>
            <p:ph idx="3" type="body"/>
          </p:nvPr>
        </p:nvSpPr>
        <p:spPr>
          <a:xfrm>
            <a:off x="4358640" y="4021648"/>
            <a:ext cx="3474720" cy="1884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25" name="Google Shape;225;p42"/>
          <p:cNvSpPr txBox="1"/>
          <p:nvPr>
            <p:ph idx="4" type="body"/>
          </p:nvPr>
        </p:nvSpPr>
        <p:spPr>
          <a:xfrm>
            <a:off x="4358640" y="3429000"/>
            <a:ext cx="347472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26" name="Google Shape;226;p42"/>
          <p:cNvSpPr/>
          <p:nvPr>
            <p:ph idx="5" type="pic"/>
          </p:nvPr>
        </p:nvSpPr>
        <p:spPr>
          <a:xfrm>
            <a:off x="548944" y="2423061"/>
            <a:ext cx="711197" cy="723544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42"/>
          <p:cNvSpPr/>
          <p:nvPr>
            <p:ph idx="6" type="pic"/>
          </p:nvPr>
        </p:nvSpPr>
        <p:spPr>
          <a:xfrm>
            <a:off x="4358640" y="2423061"/>
            <a:ext cx="711197" cy="723544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42"/>
          <p:cNvSpPr txBox="1"/>
          <p:nvPr>
            <p:ph idx="7" type="body"/>
          </p:nvPr>
        </p:nvSpPr>
        <p:spPr>
          <a:xfrm>
            <a:off x="8168640" y="4021648"/>
            <a:ext cx="3474720" cy="1884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29" name="Google Shape;229;p42"/>
          <p:cNvSpPr txBox="1"/>
          <p:nvPr>
            <p:ph idx="8" type="body"/>
          </p:nvPr>
        </p:nvSpPr>
        <p:spPr>
          <a:xfrm>
            <a:off x="8168640" y="3429000"/>
            <a:ext cx="347472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30" name="Google Shape;230;p42"/>
          <p:cNvSpPr/>
          <p:nvPr>
            <p:ph idx="9" type="pic"/>
          </p:nvPr>
        </p:nvSpPr>
        <p:spPr>
          <a:xfrm>
            <a:off x="8168336" y="2423061"/>
            <a:ext cx="711197" cy="723544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42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Icon Content 2 rows">
  <p:cSld name="Title Icon Content 2 rows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4" name="Google Shape;234;p43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3"/>
          <p:cNvSpPr txBox="1"/>
          <p:nvPr>
            <p:ph idx="1" type="body"/>
          </p:nvPr>
        </p:nvSpPr>
        <p:spPr>
          <a:xfrm>
            <a:off x="5562600" y="2438400"/>
            <a:ext cx="5901458" cy="97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36" name="Google Shape;236;p43"/>
          <p:cNvSpPr txBox="1"/>
          <p:nvPr>
            <p:ph idx="2" type="body"/>
          </p:nvPr>
        </p:nvSpPr>
        <p:spPr>
          <a:xfrm>
            <a:off x="1524000" y="2713664"/>
            <a:ext cx="347472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37" name="Google Shape;237;p43"/>
          <p:cNvSpPr/>
          <p:nvPr>
            <p:ph idx="3" type="pic"/>
          </p:nvPr>
        </p:nvSpPr>
        <p:spPr>
          <a:xfrm>
            <a:off x="548944" y="2564258"/>
            <a:ext cx="711197" cy="723544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43"/>
          <p:cNvSpPr txBox="1"/>
          <p:nvPr>
            <p:ph idx="4" type="body"/>
          </p:nvPr>
        </p:nvSpPr>
        <p:spPr>
          <a:xfrm>
            <a:off x="5562600" y="4391622"/>
            <a:ext cx="5901458" cy="975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39" name="Google Shape;239;p43"/>
          <p:cNvSpPr txBox="1"/>
          <p:nvPr>
            <p:ph idx="5" type="body"/>
          </p:nvPr>
        </p:nvSpPr>
        <p:spPr>
          <a:xfrm>
            <a:off x="1524000" y="4666886"/>
            <a:ext cx="347472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40" name="Google Shape;240;p43"/>
          <p:cNvSpPr/>
          <p:nvPr>
            <p:ph idx="6" type="pic"/>
          </p:nvPr>
        </p:nvSpPr>
        <p:spPr>
          <a:xfrm>
            <a:off x="548944" y="4517480"/>
            <a:ext cx="711197" cy="723544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43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Icon Content 3 rows">
  <p:cSld name="Title Icon Content 3 row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4" name="Google Shape;244;p44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4"/>
          <p:cNvSpPr txBox="1"/>
          <p:nvPr>
            <p:ph idx="1" type="body"/>
          </p:nvPr>
        </p:nvSpPr>
        <p:spPr>
          <a:xfrm>
            <a:off x="5562600" y="2423061"/>
            <a:ext cx="5901458" cy="1005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46" name="Google Shape;246;p44"/>
          <p:cNvSpPr txBox="1"/>
          <p:nvPr>
            <p:ph idx="2" type="body"/>
          </p:nvPr>
        </p:nvSpPr>
        <p:spPr>
          <a:xfrm>
            <a:off x="1524000" y="2713664"/>
            <a:ext cx="3810000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47" name="Google Shape;247;p44"/>
          <p:cNvSpPr/>
          <p:nvPr>
            <p:ph idx="3" type="pic"/>
          </p:nvPr>
        </p:nvSpPr>
        <p:spPr>
          <a:xfrm>
            <a:off x="548944" y="2564258"/>
            <a:ext cx="711197" cy="723544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44"/>
          <p:cNvSpPr txBox="1"/>
          <p:nvPr>
            <p:ph idx="4" type="body"/>
          </p:nvPr>
        </p:nvSpPr>
        <p:spPr>
          <a:xfrm>
            <a:off x="5562600" y="3556396"/>
            <a:ext cx="5901458" cy="1005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49" name="Google Shape;249;p44"/>
          <p:cNvSpPr txBox="1"/>
          <p:nvPr>
            <p:ph idx="5" type="body"/>
          </p:nvPr>
        </p:nvSpPr>
        <p:spPr>
          <a:xfrm>
            <a:off x="1524000" y="3846999"/>
            <a:ext cx="3810000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50" name="Google Shape;250;p44"/>
          <p:cNvSpPr/>
          <p:nvPr>
            <p:ph idx="6" type="pic"/>
          </p:nvPr>
        </p:nvSpPr>
        <p:spPr>
          <a:xfrm>
            <a:off x="548944" y="3697593"/>
            <a:ext cx="711197" cy="723544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44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44"/>
          <p:cNvSpPr txBox="1"/>
          <p:nvPr>
            <p:ph idx="7" type="body"/>
          </p:nvPr>
        </p:nvSpPr>
        <p:spPr>
          <a:xfrm>
            <a:off x="5562600" y="4689732"/>
            <a:ext cx="5901458" cy="1005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53" name="Google Shape;253;p44"/>
          <p:cNvSpPr txBox="1"/>
          <p:nvPr>
            <p:ph idx="8" type="body"/>
          </p:nvPr>
        </p:nvSpPr>
        <p:spPr>
          <a:xfrm>
            <a:off x="1524000" y="4980335"/>
            <a:ext cx="3810000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accent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54" name="Google Shape;254;p44"/>
          <p:cNvSpPr/>
          <p:nvPr>
            <p:ph idx="9" type="pic"/>
          </p:nvPr>
        </p:nvSpPr>
        <p:spPr>
          <a:xfrm>
            <a:off x="548944" y="4830929"/>
            <a:ext cx="711197" cy="7235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ide patch Icon Content 3 rows">
  <p:cSld name="Title Side patch Icon Content 3 rows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/>
          <p:nvPr/>
        </p:nvSpPr>
        <p:spPr>
          <a:xfrm>
            <a:off x="-1" y="0"/>
            <a:ext cx="8329286" cy="6858000"/>
          </a:xfrm>
          <a:custGeom>
            <a:rect b="b" l="l" r="r" t="t"/>
            <a:pathLst>
              <a:path extrusionOk="0" h="6858000" w="8329286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7" name="Google Shape;257;p45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8" name="Google Shape;258;p45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5"/>
          <p:cNvSpPr txBox="1"/>
          <p:nvPr>
            <p:ph idx="1" type="body"/>
          </p:nvPr>
        </p:nvSpPr>
        <p:spPr>
          <a:xfrm>
            <a:off x="7151214" y="2035302"/>
            <a:ext cx="4312844" cy="914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60" name="Google Shape;260;p45"/>
          <p:cNvSpPr txBox="1"/>
          <p:nvPr>
            <p:ph idx="2" type="body"/>
          </p:nvPr>
        </p:nvSpPr>
        <p:spPr>
          <a:xfrm>
            <a:off x="624840" y="2280181"/>
            <a:ext cx="4937760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61" name="Google Shape;261;p45"/>
          <p:cNvSpPr/>
          <p:nvPr>
            <p:ph idx="3" type="pic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262" name="Google Shape;262;p45"/>
          <p:cNvSpPr txBox="1"/>
          <p:nvPr>
            <p:ph idx="4" type="body"/>
          </p:nvPr>
        </p:nvSpPr>
        <p:spPr>
          <a:xfrm>
            <a:off x="6071132" y="3576256"/>
            <a:ext cx="5392925" cy="914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63" name="Google Shape;263;p45"/>
          <p:cNvSpPr txBox="1"/>
          <p:nvPr>
            <p:ph idx="5" type="body"/>
          </p:nvPr>
        </p:nvSpPr>
        <p:spPr>
          <a:xfrm>
            <a:off x="548640" y="3846999"/>
            <a:ext cx="4023360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64" name="Google Shape;264;p45"/>
          <p:cNvSpPr/>
          <p:nvPr>
            <p:ph idx="6" type="pic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265" name="Google Shape;265;p45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45"/>
          <p:cNvSpPr txBox="1"/>
          <p:nvPr>
            <p:ph idx="7" type="body"/>
          </p:nvPr>
        </p:nvSpPr>
        <p:spPr>
          <a:xfrm>
            <a:off x="4949699" y="5117210"/>
            <a:ext cx="6514359" cy="914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67" name="Google Shape;267;p45"/>
          <p:cNvSpPr txBox="1"/>
          <p:nvPr>
            <p:ph idx="8" type="body"/>
          </p:nvPr>
        </p:nvSpPr>
        <p:spPr>
          <a:xfrm>
            <a:off x="548641" y="5362089"/>
            <a:ext cx="2956560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68" name="Google Shape;268;p45"/>
          <p:cNvSpPr/>
          <p:nvPr>
            <p:ph idx="9" type="pic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269" name="Google Shape;269;p45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ide patch Title Only">
  <p:cSld name="Title Side patch Title 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/>
          <p:nvPr/>
        </p:nvSpPr>
        <p:spPr>
          <a:xfrm>
            <a:off x="-1" y="0"/>
            <a:ext cx="8329286" cy="6858000"/>
          </a:xfrm>
          <a:custGeom>
            <a:rect b="b" l="l" r="r" t="t"/>
            <a:pathLst>
              <a:path extrusionOk="0" h="6858000" w="8329286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2" name="Google Shape;272;p46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3" name="Google Shape;273;p46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6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46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76" name="Google Shape;276;p46"/>
          <p:cNvCxnSpPr/>
          <p:nvPr/>
        </p:nvCxnSpPr>
        <p:spPr>
          <a:xfrm>
            <a:off x="2018097" y="5181600"/>
            <a:ext cx="688207" cy="0"/>
          </a:xfrm>
          <a:prstGeom prst="straightConnector1">
            <a:avLst/>
          </a:prstGeom>
          <a:noFill/>
          <a:ln cap="rnd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46"/>
          <p:cNvCxnSpPr/>
          <p:nvPr/>
        </p:nvCxnSpPr>
        <p:spPr>
          <a:xfrm>
            <a:off x="5751896" y="5181600"/>
            <a:ext cx="688207" cy="0"/>
          </a:xfrm>
          <a:prstGeom prst="straightConnector1">
            <a:avLst/>
          </a:prstGeom>
          <a:noFill/>
          <a:ln cap="rnd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46"/>
          <p:cNvCxnSpPr/>
          <p:nvPr/>
        </p:nvCxnSpPr>
        <p:spPr>
          <a:xfrm>
            <a:off x="9485696" y="5181600"/>
            <a:ext cx="688207" cy="0"/>
          </a:xfrm>
          <a:prstGeom prst="straightConnector1">
            <a:avLst/>
          </a:prstGeom>
          <a:noFill/>
          <a:ln cap="rnd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46"/>
          <p:cNvSpPr/>
          <p:nvPr>
            <p:ph idx="2" type="pic"/>
          </p:nvPr>
        </p:nvSpPr>
        <p:spPr>
          <a:xfrm>
            <a:off x="533401" y="2057401"/>
            <a:ext cx="3657599" cy="276280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280" name="Google Shape;280;p46"/>
          <p:cNvSpPr/>
          <p:nvPr>
            <p:ph idx="3" type="pic"/>
          </p:nvPr>
        </p:nvSpPr>
        <p:spPr>
          <a:xfrm>
            <a:off x="4267200" y="2057401"/>
            <a:ext cx="3657599" cy="276280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281" name="Google Shape;281;p46"/>
          <p:cNvSpPr/>
          <p:nvPr>
            <p:ph idx="4" type="pic"/>
          </p:nvPr>
        </p:nvSpPr>
        <p:spPr>
          <a:xfrm>
            <a:off x="8001000" y="2057401"/>
            <a:ext cx="3657599" cy="276280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282" name="Google Shape;282;p46"/>
          <p:cNvSpPr txBox="1"/>
          <p:nvPr>
            <p:ph idx="1" type="body"/>
          </p:nvPr>
        </p:nvSpPr>
        <p:spPr>
          <a:xfrm>
            <a:off x="548640" y="5542992"/>
            <a:ext cx="3642359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83" name="Google Shape;283;p46"/>
          <p:cNvSpPr txBox="1"/>
          <p:nvPr>
            <p:ph idx="5" type="body"/>
          </p:nvPr>
        </p:nvSpPr>
        <p:spPr>
          <a:xfrm>
            <a:off x="4267200" y="5542992"/>
            <a:ext cx="3642359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84" name="Google Shape;284;p46"/>
          <p:cNvSpPr txBox="1"/>
          <p:nvPr>
            <p:ph idx="6" type="body"/>
          </p:nvPr>
        </p:nvSpPr>
        <p:spPr>
          <a:xfrm>
            <a:off x="8001000" y="5542992"/>
            <a:ext cx="3642359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">
  <p:cSld name="Team Slid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/>
          <p:nvPr/>
        </p:nvSpPr>
        <p:spPr>
          <a:xfrm>
            <a:off x="-1" y="0"/>
            <a:ext cx="8329286" cy="6858000"/>
          </a:xfrm>
          <a:custGeom>
            <a:rect b="b" l="l" r="r" t="t"/>
            <a:pathLst>
              <a:path extrusionOk="0" h="6858000" w="8329286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7" name="Google Shape;287;p47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8" name="Google Shape;288;p47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7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47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91" name="Google Shape;291;p47"/>
          <p:cNvCxnSpPr/>
          <p:nvPr/>
        </p:nvCxnSpPr>
        <p:spPr>
          <a:xfrm>
            <a:off x="1751397" y="5027659"/>
            <a:ext cx="688207" cy="0"/>
          </a:xfrm>
          <a:prstGeom prst="straightConnector1">
            <a:avLst/>
          </a:prstGeom>
          <a:noFill/>
          <a:ln cap="rnd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47"/>
          <p:cNvSpPr/>
          <p:nvPr>
            <p:ph idx="2" type="pic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541021" y="5307558"/>
            <a:ext cx="3108959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94" name="Google Shape;294;p47"/>
          <p:cNvSpPr txBox="1"/>
          <p:nvPr>
            <p:ph idx="3" type="body"/>
          </p:nvPr>
        </p:nvSpPr>
        <p:spPr>
          <a:xfrm>
            <a:off x="541021" y="5688559"/>
            <a:ext cx="3108959" cy="323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cxnSp>
        <p:nvCxnSpPr>
          <p:cNvPr id="295" name="Google Shape;295;p47"/>
          <p:cNvCxnSpPr/>
          <p:nvPr/>
        </p:nvCxnSpPr>
        <p:spPr>
          <a:xfrm flipH="1">
            <a:off x="3907846" y="2747071"/>
            <a:ext cx="2160050" cy="2836074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47"/>
          <p:cNvCxnSpPr/>
          <p:nvPr/>
        </p:nvCxnSpPr>
        <p:spPr>
          <a:xfrm rot="10800000">
            <a:off x="5536511" y="3617080"/>
            <a:ext cx="0" cy="109728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7" name="Google Shape;297;p47"/>
          <p:cNvGrpSpPr/>
          <p:nvPr/>
        </p:nvGrpSpPr>
        <p:grpSpPr>
          <a:xfrm>
            <a:off x="3906013" y="2754546"/>
            <a:ext cx="3254399" cy="2828600"/>
            <a:chOff x="4431265" y="2199060"/>
            <a:chExt cx="3363136" cy="2828600"/>
          </a:xfrm>
        </p:grpSpPr>
        <p:cxnSp>
          <p:nvCxnSpPr>
            <p:cNvPr id="298" name="Google Shape;298;p47"/>
            <p:cNvCxnSpPr/>
            <p:nvPr/>
          </p:nvCxnSpPr>
          <p:spPr>
            <a:xfrm rot="10800000">
              <a:off x="7227429" y="1632088"/>
              <a:ext cx="0" cy="1133943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" name="Google Shape;299;p47"/>
            <p:cNvCxnSpPr/>
            <p:nvPr/>
          </p:nvCxnSpPr>
          <p:spPr>
            <a:xfrm rot="10800000">
              <a:off x="4950988" y="4507936"/>
              <a:ext cx="0" cy="1039447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0" name="Google Shape;300;p47"/>
          <p:cNvSpPr/>
          <p:nvPr>
            <p:ph idx="4" type="pic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01" name="Google Shape;301;p47"/>
          <p:cNvSpPr/>
          <p:nvPr>
            <p:ph idx="5" type="pic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02" name="Google Shape;302;p47"/>
          <p:cNvSpPr/>
          <p:nvPr>
            <p:ph idx="6" type="pic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cxnSp>
        <p:nvCxnSpPr>
          <p:cNvPr id="303" name="Google Shape;303;p47"/>
          <p:cNvCxnSpPr/>
          <p:nvPr/>
        </p:nvCxnSpPr>
        <p:spPr>
          <a:xfrm flipH="1">
            <a:off x="7036660" y="2747071"/>
            <a:ext cx="2160050" cy="2836074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47"/>
          <p:cNvCxnSpPr/>
          <p:nvPr/>
        </p:nvCxnSpPr>
        <p:spPr>
          <a:xfrm rot="10800000">
            <a:off x="8665325" y="3617080"/>
            <a:ext cx="0" cy="109728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5" name="Google Shape;305;p47"/>
          <p:cNvGrpSpPr/>
          <p:nvPr/>
        </p:nvGrpSpPr>
        <p:grpSpPr>
          <a:xfrm>
            <a:off x="7034827" y="2754546"/>
            <a:ext cx="3254399" cy="2828600"/>
            <a:chOff x="4431265" y="2199060"/>
            <a:chExt cx="3363136" cy="2828600"/>
          </a:xfrm>
        </p:grpSpPr>
        <p:cxnSp>
          <p:nvCxnSpPr>
            <p:cNvPr id="306" name="Google Shape;306;p47"/>
            <p:cNvCxnSpPr/>
            <p:nvPr/>
          </p:nvCxnSpPr>
          <p:spPr>
            <a:xfrm rot="10800000">
              <a:off x="7227429" y="1632088"/>
              <a:ext cx="0" cy="1133943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7" name="Google Shape;307;p47"/>
            <p:cNvCxnSpPr/>
            <p:nvPr/>
          </p:nvCxnSpPr>
          <p:spPr>
            <a:xfrm rot="10800000">
              <a:off x="4950988" y="4507936"/>
              <a:ext cx="0" cy="1039447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8" name="Google Shape;308;p47"/>
          <p:cNvSpPr/>
          <p:nvPr>
            <p:ph idx="7" type="pic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09" name="Google Shape;309;p47"/>
          <p:cNvSpPr/>
          <p:nvPr>
            <p:ph idx="8" type="pic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10" name="Google Shape;310;p47"/>
          <p:cNvSpPr/>
          <p:nvPr>
            <p:ph idx="9" type="pic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11" name="Google Shape;311;p47"/>
          <p:cNvSpPr txBox="1"/>
          <p:nvPr>
            <p:ph idx="13" type="body"/>
          </p:nvPr>
        </p:nvSpPr>
        <p:spPr>
          <a:xfrm>
            <a:off x="7595850" y="2643605"/>
            <a:ext cx="1311814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12" name="Google Shape;312;p47"/>
          <p:cNvSpPr txBox="1"/>
          <p:nvPr>
            <p:ph idx="14" type="body"/>
          </p:nvPr>
        </p:nvSpPr>
        <p:spPr>
          <a:xfrm>
            <a:off x="6557415" y="4083115"/>
            <a:ext cx="1311814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13" name="Google Shape;313;p47"/>
          <p:cNvSpPr txBox="1"/>
          <p:nvPr>
            <p:ph idx="15" type="body"/>
          </p:nvPr>
        </p:nvSpPr>
        <p:spPr>
          <a:xfrm>
            <a:off x="5564282" y="5509983"/>
            <a:ext cx="1311814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14" name="Google Shape;314;p47"/>
          <p:cNvSpPr txBox="1"/>
          <p:nvPr>
            <p:ph idx="16" type="body"/>
          </p:nvPr>
        </p:nvSpPr>
        <p:spPr>
          <a:xfrm>
            <a:off x="10727786" y="2643605"/>
            <a:ext cx="1311814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15" name="Google Shape;315;p47"/>
          <p:cNvSpPr txBox="1"/>
          <p:nvPr>
            <p:ph idx="17" type="body"/>
          </p:nvPr>
        </p:nvSpPr>
        <p:spPr>
          <a:xfrm>
            <a:off x="9689351" y="4083115"/>
            <a:ext cx="1311814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16" name="Google Shape;316;p47"/>
          <p:cNvSpPr txBox="1"/>
          <p:nvPr>
            <p:ph idx="18" type="body"/>
          </p:nvPr>
        </p:nvSpPr>
        <p:spPr>
          <a:xfrm>
            <a:off x="8696218" y="5509983"/>
            <a:ext cx="1311814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Org Chart">
  <p:cSld name="TITLE ONLY_Org Chart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8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9" name="Google Shape;319;p48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48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48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2" name="Google Shape;322;p48"/>
          <p:cNvSpPr/>
          <p:nvPr>
            <p:ph idx="2" type="pic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23" name="Google Shape;323;p48"/>
          <p:cNvSpPr txBox="1"/>
          <p:nvPr>
            <p:ph idx="1" type="body"/>
          </p:nvPr>
        </p:nvSpPr>
        <p:spPr>
          <a:xfrm>
            <a:off x="5788864" y="2618469"/>
            <a:ext cx="3108959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24" name="Google Shape;324;p48"/>
          <p:cNvSpPr txBox="1"/>
          <p:nvPr>
            <p:ph idx="3" type="body"/>
          </p:nvPr>
        </p:nvSpPr>
        <p:spPr>
          <a:xfrm>
            <a:off x="5788864" y="2999470"/>
            <a:ext cx="3108959" cy="323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cxnSp>
        <p:nvCxnSpPr>
          <p:cNvPr id="325" name="Google Shape;325;p48"/>
          <p:cNvCxnSpPr/>
          <p:nvPr/>
        </p:nvCxnSpPr>
        <p:spPr>
          <a:xfrm rot="10800000">
            <a:off x="6146423" y="665228"/>
            <a:ext cx="0" cy="740664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48"/>
          <p:cNvSpPr/>
          <p:nvPr>
            <p:ph idx="4" type="pic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27" name="Google Shape;327;p48"/>
          <p:cNvSpPr txBox="1"/>
          <p:nvPr>
            <p:ph idx="5" type="body"/>
          </p:nvPr>
        </p:nvSpPr>
        <p:spPr>
          <a:xfrm>
            <a:off x="1520494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28" name="Google Shape;328;p48"/>
          <p:cNvSpPr txBox="1"/>
          <p:nvPr>
            <p:ph idx="6" type="body"/>
          </p:nvPr>
        </p:nvSpPr>
        <p:spPr>
          <a:xfrm>
            <a:off x="1520494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29" name="Google Shape;329;p48"/>
          <p:cNvSpPr/>
          <p:nvPr>
            <p:ph idx="7" type="pic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30" name="Google Shape;330;p48"/>
          <p:cNvSpPr txBox="1"/>
          <p:nvPr>
            <p:ph idx="8" type="body"/>
          </p:nvPr>
        </p:nvSpPr>
        <p:spPr>
          <a:xfrm>
            <a:off x="3349294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31" name="Google Shape;331;p48"/>
          <p:cNvSpPr txBox="1"/>
          <p:nvPr>
            <p:ph idx="9" type="body"/>
          </p:nvPr>
        </p:nvSpPr>
        <p:spPr>
          <a:xfrm>
            <a:off x="3349294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32" name="Google Shape;332;p48"/>
          <p:cNvSpPr/>
          <p:nvPr>
            <p:ph idx="13" type="pic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33" name="Google Shape;333;p48"/>
          <p:cNvSpPr txBox="1"/>
          <p:nvPr>
            <p:ph idx="14" type="body"/>
          </p:nvPr>
        </p:nvSpPr>
        <p:spPr>
          <a:xfrm>
            <a:off x="5159044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5" type="body"/>
          </p:nvPr>
        </p:nvSpPr>
        <p:spPr>
          <a:xfrm>
            <a:off x="5159044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35" name="Google Shape;335;p48"/>
          <p:cNvSpPr/>
          <p:nvPr>
            <p:ph idx="16" type="pic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36" name="Google Shape;336;p48"/>
          <p:cNvSpPr txBox="1"/>
          <p:nvPr>
            <p:ph idx="17" type="body"/>
          </p:nvPr>
        </p:nvSpPr>
        <p:spPr>
          <a:xfrm>
            <a:off x="6968794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37" name="Google Shape;337;p48"/>
          <p:cNvSpPr txBox="1"/>
          <p:nvPr>
            <p:ph idx="18" type="body"/>
          </p:nvPr>
        </p:nvSpPr>
        <p:spPr>
          <a:xfrm>
            <a:off x="6968794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38" name="Google Shape;338;p48"/>
          <p:cNvSpPr/>
          <p:nvPr>
            <p:ph idx="19" type="pic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39" name="Google Shape;339;p48"/>
          <p:cNvSpPr txBox="1"/>
          <p:nvPr>
            <p:ph idx="20" type="body"/>
          </p:nvPr>
        </p:nvSpPr>
        <p:spPr>
          <a:xfrm>
            <a:off x="8775905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40" name="Google Shape;340;p48"/>
          <p:cNvSpPr txBox="1"/>
          <p:nvPr>
            <p:ph idx="21" type="body"/>
          </p:nvPr>
        </p:nvSpPr>
        <p:spPr>
          <a:xfrm>
            <a:off x="8775905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Org Chart 6">
  <p:cSld name="TITLE ONLY_Org Chart 6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49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49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6" name="Google Shape;346;p49"/>
          <p:cNvSpPr/>
          <p:nvPr>
            <p:ph idx="2" type="pic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47" name="Google Shape;347;p49"/>
          <p:cNvSpPr txBox="1"/>
          <p:nvPr>
            <p:ph idx="1" type="body"/>
          </p:nvPr>
        </p:nvSpPr>
        <p:spPr>
          <a:xfrm>
            <a:off x="5425441" y="2618469"/>
            <a:ext cx="3108959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48" name="Google Shape;348;p49"/>
          <p:cNvSpPr txBox="1"/>
          <p:nvPr>
            <p:ph idx="3" type="body"/>
          </p:nvPr>
        </p:nvSpPr>
        <p:spPr>
          <a:xfrm>
            <a:off x="5425441" y="2999470"/>
            <a:ext cx="3108959" cy="323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cxnSp>
        <p:nvCxnSpPr>
          <p:cNvPr id="349" name="Google Shape;349;p49"/>
          <p:cNvCxnSpPr/>
          <p:nvPr/>
        </p:nvCxnSpPr>
        <p:spPr>
          <a:xfrm rot="10800000">
            <a:off x="6165169" y="-112012"/>
            <a:ext cx="0" cy="896112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49"/>
          <p:cNvSpPr/>
          <p:nvPr>
            <p:ph idx="4" type="pic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51" name="Google Shape;351;p49"/>
          <p:cNvSpPr txBox="1"/>
          <p:nvPr>
            <p:ph idx="5" type="body"/>
          </p:nvPr>
        </p:nvSpPr>
        <p:spPr>
          <a:xfrm>
            <a:off x="762000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52" name="Google Shape;352;p49"/>
          <p:cNvSpPr txBox="1"/>
          <p:nvPr>
            <p:ph idx="6" type="body"/>
          </p:nvPr>
        </p:nvSpPr>
        <p:spPr>
          <a:xfrm>
            <a:off x="762000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53" name="Google Shape;353;p49"/>
          <p:cNvSpPr/>
          <p:nvPr>
            <p:ph idx="7" type="pic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54" name="Google Shape;354;p49"/>
          <p:cNvSpPr txBox="1"/>
          <p:nvPr>
            <p:ph idx="8" type="body"/>
          </p:nvPr>
        </p:nvSpPr>
        <p:spPr>
          <a:xfrm>
            <a:off x="2590800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55" name="Google Shape;355;p49"/>
          <p:cNvSpPr txBox="1"/>
          <p:nvPr>
            <p:ph idx="9" type="body"/>
          </p:nvPr>
        </p:nvSpPr>
        <p:spPr>
          <a:xfrm>
            <a:off x="2590800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56" name="Google Shape;356;p49"/>
          <p:cNvSpPr/>
          <p:nvPr>
            <p:ph idx="13" type="pic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57" name="Google Shape;357;p49"/>
          <p:cNvSpPr txBox="1"/>
          <p:nvPr>
            <p:ph idx="14" type="body"/>
          </p:nvPr>
        </p:nvSpPr>
        <p:spPr>
          <a:xfrm>
            <a:off x="4400550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58" name="Google Shape;358;p49"/>
          <p:cNvSpPr txBox="1"/>
          <p:nvPr>
            <p:ph idx="15" type="body"/>
          </p:nvPr>
        </p:nvSpPr>
        <p:spPr>
          <a:xfrm>
            <a:off x="4400550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59" name="Google Shape;359;p49"/>
          <p:cNvSpPr/>
          <p:nvPr>
            <p:ph idx="16" type="pic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60" name="Google Shape;360;p49"/>
          <p:cNvSpPr txBox="1"/>
          <p:nvPr>
            <p:ph idx="17" type="body"/>
          </p:nvPr>
        </p:nvSpPr>
        <p:spPr>
          <a:xfrm>
            <a:off x="6210300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61" name="Google Shape;361;p49"/>
          <p:cNvSpPr txBox="1"/>
          <p:nvPr>
            <p:ph idx="18" type="body"/>
          </p:nvPr>
        </p:nvSpPr>
        <p:spPr>
          <a:xfrm>
            <a:off x="6210300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62" name="Google Shape;362;p49"/>
          <p:cNvSpPr/>
          <p:nvPr>
            <p:ph idx="19" type="pic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63" name="Google Shape;363;p49"/>
          <p:cNvSpPr txBox="1"/>
          <p:nvPr>
            <p:ph idx="20" type="body"/>
          </p:nvPr>
        </p:nvSpPr>
        <p:spPr>
          <a:xfrm>
            <a:off x="8017411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64" name="Google Shape;364;p49"/>
          <p:cNvSpPr txBox="1"/>
          <p:nvPr>
            <p:ph idx="21" type="body"/>
          </p:nvPr>
        </p:nvSpPr>
        <p:spPr>
          <a:xfrm>
            <a:off x="8017411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65" name="Google Shape;365;p49"/>
          <p:cNvSpPr/>
          <p:nvPr>
            <p:ph idx="22" type="pic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66" name="Google Shape;366;p49"/>
          <p:cNvSpPr txBox="1"/>
          <p:nvPr>
            <p:ph idx="23" type="body"/>
          </p:nvPr>
        </p:nvSpPr>
        <p:spPr>
          <a:xfrm>
            <a:off x="9824522" y="5114385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67" name="Google Shape;367;p49"/>
          <p:cNvSpPr txBox="1"/>
          <p:nvPr>
            <p:ph idx="24" type="body"/>
          </p:nvPr>
        </p:nvSpPr>
        <p:spPr>
          <a:xfrm>
            <a:off x="9824522" y="5346798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Org Chart 12">
  <p:cSld name="TITLE ONLY_Org Chart 12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0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0" name="Google Shape;370;p50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50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50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3" name="Google Shape;373;p50"/>
          <p:cNvSpPr/>
          <p:nvPr>
            <p:ph idx="2" type="pic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74" name="Google Shape;374;p50"/>
          <p:cNvSpPr txBox="1"/>
          <p:nvPr>
            <p:ph idx="1" type="body"/>
          </p:nvPr>
        </p:nvSpPr>
        <p:spPr>
          <a:xfrm>
            <a:off x="5601136" y="2288331"/>
            <a:ext cx="3108959" cy="290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75" name="Google Shape;375;p50"/>
          <p:cNvSpPr txBox="1"/>
          <p:nvPr>
            <p:ph idx="3" type="body"/>
          </p:nvPr>
        </p:nvSpPr>
        <p:spPr>
          <a:xfrm>
            <a:off x="5601136" y="2566041"/>
            <a:ext cx="3108959" cy="221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cxnSp>
        <p:nvCxnSpPr>
          <p:cNvPr id="376" name="Google Shape;376;p50"/>
          <p:cNvCxnSpPr/>
          <p:nvPr/>
        </p:nvCxnSpPr>
        <p:spPr>
          <a:xfrm rot="10800000">
            <a:off x="6165169" y="-670561"/>
            <a:ext cx="0" cy="896112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50"/>
          <p:cNvSpPr/>
          <p:nvPr>
            <p:ph idx="4" type="pic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78" name="Google Shape;378;p50"/>
          <p:cNvSpPr txBox="1"/>
          <p:nvPr>
            <p:ph idx="5" type="body"/>
          </p:nvPr>
        </p:nvSpPr>
        <p:spPr>
          <a:xfrm>
            <a:off x="762000" y="4327380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79" name="Google Shape;379;p50"/>
          <p:cNvSpPr txBox="1"/>
          <p:nvPr>
            <p:ph idx="6" type="body"/>
          </p:nvPr>
        </p:nvSpPr>
        <p:spPr>
          <a:xfrm>
            <a:off x="762000" y="4497392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80" name="Google Shape;380;p50"/>
          <p:cNvSpPr/>
          <p:nvPr>
            <p:ph idx="7" type="pic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81" name="Google Shape;381;p50"/>
          <p:cNvSpPr txBox="1"/>
          <p:nvPr>
            <p:ph idx="8" type="body"/>
          </p:nvPr>
        </p:nvSpPr>
        <p:spPr>
          <a:xfrm>
            <a:off x="2590800" y="4327380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82" name="Google Shape;382;p50"/>
          <p:cNvSpPr txBox="1"/>
          <p:nvPr>
            <p:ph idx="9" type="body"/>
          </p:nvPr>
        </p:nvSpPr>
        <p:spPr>
          <a:xfrm>
            <a:off x="2590800" y="4497392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83" name="Google Shape;383;p50"/>
          <p:cNvSpPr/>
          <p:nvPr>
            <p:ph idx="13" type="pic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84" name="Google Shape;384;p50"/>
          <p:cNvSpPr txBox="1"/>
          <p:nvPr>
            <p:ph idx="14" type="body"/>
          </p:nvPr>
        </p:nvSpPr>
        <p:spPr>
          <a:xfrm>
            <a:off x="4400550" y="4327380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85" name="Google Shape;385;p50"/>
          <p:cNvSpPr txBox="1"/>
          <p:nvPr>
            <p:ph idx="15" type="body"/>
          </p:nvPr>
        </p:nvSpPr>
        <p:spPr>
          <a:xfrm>
            <a:off x="4400550" y="4497392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86" name="Google Shape;386;p50"/>
          <p:cNvSpPr/>
          <p:nvPr>
            <p:ph idx="16" type="pic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87" name="Google Shape;387;p50"/>
          <p:cNvSpPr txBox="1"/>
          <p:nvPr>
            <p:ph idx="17" type="body"/>
          </p:nvPr>
        </p:nvSpPr>
        <p:spPr>
          <a:xfrm>
            <a:off x="6210300" y="4327380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88" name="Google Shape;388;p50"/>
          <p:cNvSpPr txBox="1"/>
          <p:nvPr>
            <p:ph idx="18" type="body"/>
          </p:nvPr>
        </p:nvSpPr>
        <p:spPr>
          <a:xfrm>
            <a:off x="6210300" y="4497392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89" name="Google Shape;389;p50"/>
          <p:cNvSpPr/>
          <p:nvPr>
            <p:ph idx="19" type="pic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90" name="Google Shape;390;p50"/>
          <p:cNvSpPr txBox="1"/>
          <p:nvPr>
            <p:ph idx="20" type="body"/>
          </p:nvPr>
        </p:nvSpPr>
        <p:spPr>
          <a:xfrm>
            <a:off x="8017411" y="4327380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91" name="Google Shape;391;p50"/>
          <p:cNvSpPr txBox="1"/>
          <p:nvPr>
            <p:ph idx="21" type="body"/>
          </p:nvPr>
        </p:nvSpPr>
        <p:spPr>
          <a:xfrm>
            <a:off x="8017411" y="4497392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92" name="Google Shape;392;p50"/>
          <p:cNvSpPr/>
          <p:nvPr>
            <p:ph idx="22" type="pic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93" name="Google Shape;393;p50"/>
          <p:cNvSpPr txBox="1"/>
          <p:nvPr>
            <p:ph idx="23" type="body"/>
          </p:nvPr>
        </p:nvSpPr>
        <p:spPr>
          <a:xfrm>
            <a:off x="9824522" y="4327380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94" name="Google Shape;394;p50"/>
          <p:cNvSpPr txBox="1"/>
          <p:nvPr>
            <p:ph idx="24" type="body"/>
          </p:nvPr>
        </p:nvSpPr>
        <p:spPr>
          <a:xfrm>
            <a:off x="9824522" y="4497392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cxnSp>
        <p:nvCxnSpPr>
          <p:cNvPr id="395" name="Google Shape;395;p50"/>
          <p:cNvCxnSpPr/>
          <p:nvPr/>
        </p:nvCxnSpPr>
        <p:spPr>
          <a:xfrm rot="10800000">
            <a:off x="6165169" y="2642433"/>
            <a:ext cx="0" cy="5564151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50"/>
          <p:cNvSpPr/>
          <p:nvPr>
            <p:ph idx="25" type="pic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397" name="Google Shape;397;p50"/>
          <p:cNvSpPr txBox="1"/>
          <p:nvPr>
            <p:ph idx="26" type="body"/>
          </p:nvPr>
        </p:nvSpPr>
        <p:spPr>
          <a:xfrm>
            <a:off x="2590800" y="5988389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98" name="Google Shape;398;p50"/>
          <p:cNvSpPr txBox="1"/>
          <p:nvPr>
            <p:ph idx="27" type="body"/>
          </p:nvPr>
        </p:nvSpPr>
        <p:spPr>
          <a:xfrm>
            <a:off x="2590800" y="6158401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99" name="Google Shape;399;p50"/>
          <p:cNvSpPr/>
          <p:nvPr>
            <p:ph idx="28" type="pic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400" name="Google Shape;400;p50"/>
          <p:cNvSpPr txBox="1"/>
          <p:nvPr>
            <p:ph idx="29" type="body"/>
          </p:nvPr>
        </p:nvSpPr>
        <p:spPr>
          <a:xfrm>
            <a:off x="4400550" y="5988389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01" name="Google Shape;401;p50"/>
          <p:cNvSpPr txBox="1"/>
          <p:nvPr>
            <p:ph idx="30" type="body"/>
          </p:nvPr>
        </p:nvSpPr>
        <p:spPr>
          <a:xfrm>
            <a:off x="4400550" y="6158401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02" name="Google Shape;402;p50"/>
          <p:cNvSpPr/>
          <p:nvPr>
            <p:ph idx="31" type="pic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403" name="Google Shape;403;p50"/>
          <p:cNvSpPr txBox="1"/>
          <p:nvPr>
            <p:ph idx="32" type="body"/>
          </p:nvPr>
        </p:nvSpPr>
        <p:spPr>
          <a:xfrm>
            <a:off x="6210300" y="5988389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04" name="Google Shape;404;p50"/>
          <p:cNvSpPr txBox="1"/>
          <p:nvPr>
            <p:ph idx="33" type="body"/>
          </p:nvPr>
        </p:nvSpPr>
        <p:spPr>
          <a:xfrm>
            <a:off x="6210300" y="6158401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05" name="Google Shape;405;p50"/>
          <p:cNvSpPr/>
          <p:nvPr>
            <p:ph idx="34" type="pic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406" name="Google Shape;406;p50"/>
          <p:cNvSpPr txBox="1"/>
          <p:nvPr>
            <p:ph idx="35" type="body"/>
          </p:nvPr>
        </p:nvSpPr>
        <p:spPr>
          <a:xfrm>
            <a:off x="8017411" y="5988389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07" name="Google Shape;407;p50"/>
          <p:cNvSpPr txBox="1"/>
          <p:nvPr>
            <p:ph idx="36" type="body"/>
          </p:nvPr>
        </p:nvSpPr>
        <p:spPr>
          <a:xfrm>
            <a:off x="8017411" y="6158401"/>
            <a:ext cx="1587295" cy="166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11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ide patch Title Only">
  <p:cSld name="1_Title Side patch Title 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1"/>
          <p:cNvSpPr/>
          <p:nvPr/>
        </p:nvSpPr>
        <p:spPr>
          <a:xfrm>
            <a:off x="-1" y="0"/>
            <a:ext cx="8329286" cy="6858000"/>
          </a:xfrm>
          <a:custGeom>
            <a:rect b="b" l="l" r="r" t="t"/>
            <a:pathLst>
              <a:path extrusionOk="0" h="6858000" w="8329286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0" name="Google Shape;410;p51"/>
          <p:cNvSpPr/>
          <p:nvPr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1" name="Google Shape;411;p51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51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3" name="Google Shape;413;p51"/>
          <p:cNvSpPr/>
          <p:nvPr/>
        </p:nvSpPr>
        <p:spPr>
          <a:xfrm>
            <a:off x="0" y="0"/>
            <a:ext cx="8329286" cy="457200"/>
          </a:xfrm>
          <a:custGeom>
            <a:rect b="b" l="l" r="r" t="t"/>
            <a:pathLst>
              <a:path extrusionOk="0" h="457200" w="8329286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Caption Content_Blue" showMasterSp="0">
  <p:cSld name="Image Caption Content_Blue">
    <p:bg>
      <p:bgPr>
        <a:solidFill>
          <a:schemeClr val="dk2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2"/>
          <p:cNvSpPr/>
          <p:nvPr>
            <p:ph idx="2" type="pic"/>
          </p:nvPr>
        </p:nvSpPr>
        <p:spPr>
          <a:xfrm>
            <a:off x="0" y="0"/>
            <a:ext cx="8329286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8600" rotWithShape="0" algn="l" dist="38100">
              <a:srgbClr val="000000">
                <a:alpha val="40000"/>
              </a:srgbClr>
            </a:outerShdw>
          </a:effectLst>
        </p:spPr>
      </p:sp>
      <p:sp>
        <p:nvSpPr>
          <p:cNvPr id="416" name="Google Shape;416;p52"/>
          <p:cNvSpPr txBox="1"/>
          <p:nvPr>
            <p:ph idx="1" type="body"/>
          </p:nvPr>
        </p:nvSpPr>
        <p:spPr>
          <a:xfrm>
            <a:off x="990600" y="609600"/>
            <a:ext cx="4648200" cy="6248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17" name="Google Shape;417;p52"/>
          <p:cNvSpPr txBox="1"/>
          <p:nvPr>
            <p:ph type="ctrTitle"/>
          </p:nvPr>
        </p:nvSpPr>
        <p:spPr>
          <a:xfrm>
            <a:off x="1257300" y="3962400"/>
            <a:ext cx="41148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52"/>
          <p:cNvSpPr txBox="1"/>
          <p:nvPr>
            <p:ph idx="3" type="subTitle"/>
          </p:nvPr>
        </p:nvSpPr>
        <p:spPr>
          <a:xfrm>
            <a:off x="6057900" y="4114800"/>
            <a:ext cx="4876800" cy="1371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52"/>
          <p:cNvSpPr txBox="1"/>
          <p:nvPr>
            <p:ph idx="4" type="body"/>
          </p:nvPr>
        </p:nvSpPr>
        <p:spPr>
          <a:xfrm rot="-5400000">
            <a:off x="381000" y="4840091"/>
            <a:ext cx="1219200" cy="22581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20" name="Google Shape;420;p52"/>
          <p:cNvSpPr txBox="1"/>
          <p:nvPr>
            <p:ph idx="5" type="body"/>
          </p:nvPr>
        </p:nvSpPr>
        <p:spPr>
          <a:xfrm rot="-5400000">
            <a:off x="5029200" y="4840092"/>
            <a:ext cx="1219200" cy="22581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Caption Content_Orange" showMasterSp="0">
  <p:cSld name="Image Caption Content_Orange">
    <p:bg>
      <p:bgPr>
        <a:solidFill>
          <a:schemeClr val="accent2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3"/>
          <p:cNvSpPr/>
          <p:nvPr>
            <p:ph idx="2" type="pic"/>
          </p:nvPr>
        </p:nvSpPr>
        <p:spPr>
          <a:xfrm>
            <a:off x="0" y="0"/>
            <a:ext cx="8329286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8600" rotWithShape="0" algn="l" dist="38100">
              <a:srgbClr val="000000">
                <a:alpha val="40000"/>
              </a:srgbClr>
            </a:outerShdw>
          </a:effectLst>
        </p:spPr>
      </p:sp>
      <p:sp>
        <p:nvSpPr>
          <p:cNvPr id="423" name="Google Shape;423;p53"/>
          <p:cNvSpPr txBox="1"/>
          <p:nvPr>
            <p:ph idx="1" type="body"/>
          </p:nvPr>
        </p:nvSpPr>
        <p:spPr>
          <a:xfrm>
            <a:off x="990600" y="609600"/>
            <a:ext cx="4648200" cy="6248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24" name="Google Shape;424;p53"/>
          <p:cNvSpPr txBox="1"/>
          <p:nvPr>
            <p:ph type="ctrTitle"/>
          </p:nvPr>
        </p:nvSpPr>
        <p:spPr>
          <a:xfrm>
            <a:off x="1257300" y="3962400"/>
            <a:ext cx="41148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b="0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53"/>
          <p:cNvSpPr txBox="1"/>
          <p:nvPr>
            <p:ph idx="3" type="subTitle"/>
          </p:nvPr>
        </p:nvSpPr>
        <p:spPr>
          <a:xfrm>
            <a:off x="6057900" y="4114800"/>
            <a:ext cx="4876800" cy="1371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6" name="Google Shape;426;p53"/>
          <p:cNvSpPr txBox="1"/>
          <p:nvPr>
            <p:ph idx="4" type="body"/>
          </p:nvPr>
        </p:nvSpPr>
        <p:spPr>
          <a:xfrm rot="-5400000">
            <a:off x="381000" y="4840091"/>
            <a:ext cx="1219200" cy="225818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27" name="Google Shape;427;p53"/>
          <p:cNvSpPr txBox="1"/>
          <p:nvPr>
            <p:ph idx="5" type="body"/>
          </p:nvPr>
        </p:nvSpPr>
        <p:spPr>
          <a:xfrm rot="-5400000">
            <a:off x="5029200" y="4840092"/>
            <a:ext cx="1219200" cy="225818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">
  <p:cSld name="Segue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4"/>
          <p:cNvSpPr/>
          <p:nvPr>
            <p:ph idx="1" type="body"/>
          </p:nvPr>
        </p:nvSpPr>
        <p:spPr>
          <a:xfrm>
            <a:off x="10104322" y="3587303"/>
            <a:ext cx="2087678" cy="3270696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30" name="Google Shape;430;p54"/>
          <p:cNvSpPr txBox="1"/>
          <p:nvPr>
            <p:ph idx="2" type="body"/>
          </p:nvPr>
        </p:nvSpPr>
        <p:spPr>
          <a:xfrm>
            <a:off x="285750" y="0"/>
            <a:ext cx="11620500" cy="65913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31" name="Google Shape;431;p54"/>
          <p:cNvSpPr txBox="1"/>
          <p:nvPr>
            <p:ph type="title"/>
          </p:nvPr>
        </p:nvSpPr>
        <p:spPr>
          <a:xfrm>
            <a:off x="1085850" y="2679192"/>
            <a:ext cx="996315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54"/>
          <p:cNvSpPr txBox="1"/>
          <p:nvPr>
            <p:ph idx="3" type="body"/>
          </p:nvPr>
        </p:nvSpPr>
        <p:spPr>
          <a:xfrm>
            <a:off x="0" y="2679192"/>
            <a:ext cx="533400" cy="149961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gue">
  <p:cSld name="1_Segue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5"/>
          <p:cNvSpPr/>
          <p:nvPr>
            <p:ph idx="1" type="body"/>
          </p:nvPr>
        </p:nvSpPr>
        <p:spPr>
          <a:xfrm>
            <a:off x="10104322" y="3587303"/>
            <a:ext cx="2087678" cy="3270696"/>
          </a:xfrm>
          <a:prstGeom prst="triangle">
            <a:avLst>
              <a:gd fmla="val 100000" name="adj"/>
            </a:avLst>
          </a:prstGeom>
          <a:solidFill>
            <a:schemeClr val="dk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35" name="Google Shape;435;p55"/>
          <p:cNvSpPr txBox="1"/>
          <p:nvPr>
            <p:ph idx="2" type="body"/>
          </p:nvPr>
        </p:nvSpPr>
        <p:spPr>
          <a:xfrm>
            <a:off x="285750" y="0"/>
            <a:ext cx="11620500" cy="6591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36" name="Google Shape;436;p55"/>
          <p:cNvSpPr txBox="1"/>
          <p:nvPr>
            <p:ph type="title"/>
          </p:nvPr>
        </p:nvSpPr>
        <p:spPr>
          <a:xfrm>
            <a:off x="1085850" y="2679192"/>
            <a:ext cx="996315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55"/>
          <p:cNvSpPr txBox="1"/>
          <p:nvPr>
            <p:ph idx="3" type="body"/>
          </p:nvPr>
        </p:nvSpPr>
        <p:spPr>
          <a:xfrm>
            <a:off x="0" y="2679192"/>
            <a:ext cx="533400" cy="1499616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gue">
  <p:cSld name="2_Segue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6"/>
          <p:cNvSpPr/>
          <p:nvPr>
            <p:ph idx="1" type="body"/>
          </p:nvPr>
        </p:nvSpPr>
        <p:spPr>
          <a:xfrm>
            <a:off x="10104322" y="3587303"/>
            <a:ext cx="2087678" cy="3270696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40" name="Google Shape;440;p56"/>
          <p:cNvSpPr txBox="1"/>
          <p:nvPr>
            <p:ph idx="2" type="body"/>
          </p:nvPr>
        </p:nvSpPr>
        <p:spPr>
          <a:xfrm>
            <a:off x="285750" y="0"/>
            <a:ext cx="11620500" cy="65913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41" name="Google Shape;441;p56"/>
          <p:cNvSpPr txBox="1"/>
          <p:nvPr>
            <p:ph type="title"/>
          </p:nvPr>
        </p:nvSpPr>
        <p:spPr>
          <a:xfrm>
            <a:off x="1085850" y="2679192"/>
            <a:ext cx="996315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56"/>
          <p:cNvSpPr txBox="1"/>
          <p:nvPr>
            <p:ph idx="3" type="body"/>
          </p:nvPr>
        </p:nvSpPr>
        <p:spPr>
          <a:xfrm>
            <a:off x="0" y="2679192"/>
            <a:ext cx="533400" cy="149961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gue">
  <p:cSld name="3_Segu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7"/>
          <p:cNvSpPr/>
          <p:nvPr>
            <p:ph idx="2" type="pic"/>
          </p:nvPr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57"/>
          <p:cNvSpPr txBox="1"/>
          <p:nvPr>
            <p:ph idx="1" type="body"/>
          </p:nvPr>
        </p:nvSpPr>
        <p:spPr>
          <a:xfrm>
            <a:off x="0" y="0"/>
            <a:ext cx="12192000" cy="5723182"/>
          </a:xfrm>
          <a:prstGeom prst="rect">
            <a:avLst/>
          </a:prstGeom>
          <a:solidFill>
            <a:schemeClr val="accent2">
              <a:alpha val="83921"/>
            </a:scheme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46" name="Google Shape;446;p57"/>
          <p:cNvSpPr txBox="1"/>
          <p:nvPr>
            <p:ph idx="3" type="body"/>
          </p:nvPr>
        </p:nvSpPr>
        <p:spPr>
          <a:xfrm>
            <a:off x="533400" y="0"/>
            <a:ext cx="6781800" cy="6324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47" name="Google Shape;447;p57"/>
          <p:cNvSpPr txBox="1"/>
          <p:nvPr>
            <p:ph type="title"/>
          </p:nvPr>
        </p:nvSpPr>
        <p:spPr>
          <a:xfrm>
            <a:off x="1266825" y="2265916"/>
            <a:ext cx="5314950" cy="34889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7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gue">
  <p:cSld name="4_Segue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8"/>
          <p:cNvSpPr/>
          <p:nvPr>
            <p:ph idx="2" type="pic"/>
          </p:nvPr>
        </p:nvSpPr>
        <p:spPr>
          <a:xfrm>
            <a:off x="0" y="5378958"/>
            <a:ext cx="12191999" cy="1479041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8"/>
          <p:cNvSpPr txBox="1"/>
          <p:nvPr>
            <p:ph idx="1" type="body"/>
          </p:nvPr>
        </p:nvSpPr>
        <p:spPr>
          <a:xfrm>
            <a:off x="0" y="0"/>
            <a:ext cx="12192000" cy="57231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52400" rotWithShape="0" algn="tl" dir="2700000" dist="38100">
              <a:srgbClr val="000000">
                <a:alpha val="65882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52" name="Google Shape;452;p58"/>
          <p:cNvSpPr txBox="1"/>
          <p:nvPr>
            <p:ph type="title"/>
          </p:nvPr>
        </p:nvSpPr>
        <p:spPr>
          <a:xfrm>
            <a:off x="781049" y="990600"/>
            <a:ext cx="9144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58"/>
          <p:cNvSpPr txBox="1"/>
          <p:nvPr>
            <p:ph idx="3" type="body"/>
          </p:nvPr>
        </p:nvSpPr>
        <p:spPr>
          <a:xfrm>
            <a:off x="0" y="633984"/>
            <a:ext cx="304800" cy="14996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54" name="Google Shape;454;p58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egue">
  <p:cSld name="5_Segue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9"/>
          <p:cNvSpPr/>
          <p:nvPr>
            <p:ph idx="2" type="pic"/>
          </p:nvPr>
        </p:nvSpPr>
        <p:spPr>
          <a:xfrm>
            <a:off x="0" y="5378958"/>
            <a:ext cx="12191999" cy="1479041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9"/>
          <p:cNvSpPr txBox="1"/>
          <p:nvPr>
            <p:ph idx="1" type="body"/>
          </p:nvPr>
        </p:nvSpPr>
        <p:spPr>
          <a:xfrm>
            <a:off x="0" y="0"/>
            <a:ext cx="12192000" cy="572318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52400" rotWithShape="0" algn="tl" dir="2700000" dist="38100">
              <a:srgbClr val="000000">
                <a:alpha val="65882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58" name="Google Shape;458;p59"/>
          <p:cNvSpPr txBox="1"/>
          <p:nvPr>
            <p:ph type="title"/>
          </p:nvPr>
        </p:nvSpPr>
        <p:spPr>
          <a:xfrm>
            <a:off x="781049" y="990600"/>
            <a:ext cx="9144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59"/>
          <p:cNvSpPr txBox="1"/>
          <p:nvPr>
            <p:ph idx="3" type="body"/>
          </p:nvPr>
        </p:nvSpPr>
        <p:spPr>
          <a:xfrm>
            <a:off x="0" y="633984"/>
            <a:ext cx="304800" cy="14996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60" name="Google Shape;460;p59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egue">
  <p:cSld name="6_Segue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0"/>
          <p:cNvSpPr/>
          <p:nvPr>
            <p:ph idx="2" type="pic"/>
          </p:nvPr>
        </p:nvSpPr>
        <p:spPr>
          <a:xfrm>
            <a:off x="0" y="5378958"/>
            <a:ext cx="12191999" cy="1479041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60"/>
          <p:cNvSpPr txBox="1"/>
          <p:nvPr>
            <p:ph idx="1" type="body"/>
          </p:nvPr>
        </p:nvSpPr>
        <p:spPr>
          <a:xfrm>
            <a:off x="0" y="0"/>
            <a:ext cx="12192000" cy="572318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152400" rotWithShape="0" algn="tl" dir="2700000" dist="38100">
              <a:srgbClr val="000000">
                <a:alpha val="65882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64" name="Google Shape;464;p60"/>
          <p:cNvSpPr txBox="1"/>
          <p:nvPr>
            <p:ph type="title"/>
          </p:nvPr>
        </p:nvSpPr>
        <p:spPr>
          <a:xfrm>
            <a:off x="781049" y="990600"/>
            <a:ext cx="9144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60"/>
          <p:cNvSpPr txBox="1"/>
          <p:nvPr>
            <p:ph idx="3" type="body"/>
          </p:nvPr>
        </p:nvSpPr>
        <p:spPr>
          <a:xfrm>
            <a:off x="0" y="633984"/>
            <a:ext cx="304800" cy="14996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66" name="Google Shape;466;p60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egue">
  <p:cSld name="7_Segue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1"/>
          <p:cNvSpPr/>
          <p:nvPr>
            <p:ph idx="2" type="pic"/>
          </p:nvPr>
        </p:nvSpPr>
        <p:spPr>
          <a:xfrm>
            <a:off x="0" y="5378958"/>
            <a:ext cx="12191999" cy="1479041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61"/>
          <p:cNvSpPr txBox="1"/>
          <p:nvPr>
            <p:ph idx="1" type="body"/>
          </p:nvPr>
        </p:nvSpPr>
        <p:spPr>
          <a:xfrm>
            <a:off x="0" y="0"/>
            <a:ext cx="12192000" cy="5723182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152400" rotWithShape="0" algn="tl" dir="2700000" dist="38100">
              <a:srgbClr val="000000">
                <a:alpha val="65882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70" name="Google Shape;470;p61"/>
          <p:cNvSpPr txBox="1"/>
          <p:nvPr>
            <p:ph type="title"/>
          </p:nvPr>
        </p:nvSpPr>
        <p:spPr>
          <a:xfrm>
            <a:off x="781049" y="990600"/>
            <a:ext cx="9144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61"/>
          <p:cNvSpPr txBox="1"/>
          <p:nvPr>
            <p:ph idx="3" type="body"/>
          </p:nvPr>
        </p:nvSpPr>
        <p:spPr>
          <a:xfrm>
            <a:off x="0" y="633984"/>
            <a:ext cx="304800" cy="14996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72" name="Google Shape;472;p61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-Thank you 1" showMasterSp="0">
  <p:cSld name="Closing-Thank you 1">
    <p:bg>
      <p:bgPr>
        <a:solidFill>
          <a:srgbClr val="F2F2F2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2"/>
          <p:cNvSpPr txBox="1"/>
          <p:nvPr>
            <p:ph idx="1" type="body"/>
          </p:nvPr>
        </p:nvSpPr>
        <p:spPr>
          <a:xfrm>
            <a:off x="1181099" y="457200"/>
            <a:ext cx="8128343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75" name="Google Shape;475;p62"/>
          <p:cNvSpPr/>
          <p:nvPr/>
        </p:nvSpPr>
        <p:spPr>
          <a:xfrm rot="2232448">
            <a:off x="9455741" y="-926244"/>
            <a:ext cx="131438" cy="8710488"/>
          </a:xfrm>
          <a:custGeom>
            <a:rect b="b" l="l" r="r" t="t"/>
            <a:pathLst>
              <a:path extrusionOk="0" h="8710488" w="13143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6" name="Google Shape;476;p62"/>
          <p:cNvSpPr/>
          <p:nvPr/>
        </p:nvSpPr>
        <p:spPr>
          <a:xfrm rot="2232448">
            <a:off x="9332817" y="-941780"/>
            <a:ext cx="172357" cy="8741560"/>
          </a:xfrm>
          <a:custGeom>
            <a:rect b="b" l="l" r="r" t="t"/>
            <a:pathLst>
              <a:path extrusionOk="0" h="8741560" w="172357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7" name="Google Shape;477;p62"/>
          <p:cNvSpPr txBox="1"/>
          <p:nvPr>
            <p:ph idx="2" type="body"/>
          </p:nvPr>
        </p:nvSpPr>
        <p:spPr>
          <a:xfrm>
            <a:off x="990599" y="304800"/>
            <a:ext cx="8128343" cy="6248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78" name="Google Shape;478;p62"/>
          <p:cNvSpPr txBox="1"/>
          <p:nvPr>
            <p:ph type="ctrTitle"/>
          </p:nvPr>
        </p:nvSpPr>
        <p:spPr>
          <a:xfrm>
            <a:off x="1378135" y="1219200"/>
            <a:ext cx="7232465" cy="9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2E52"/>
              </a:buClr>
              <a:buSzPts val="5000"/>
              <a:buFont typeface="Twentieth Century"/>
              <a:buNone/>
              <a:defRPr sz="5000" cap="none">
                <a:solidFill>
                  <a:srgbClr val="2C2E5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62"/>
          <p:cNvSpPr/>
          <p:nvPr/>
        </p:nvSpPr>
        <p:spPr>
          <a:xfrm flipH="1" rot="-5400000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0" name="Google Shape;480;p62"/>
          <p:cNvSpPr/>
          <p:nvPr>
            <p:ph idx="3" type="pic"/>
          </p:nvPr>
        </p:nvSpPr>
        <p:spPr>
          <a:xfrm>
            <a:off x="7013448" y="34960"/>
            <a:ext cx="5178552" cy="68230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-Thank you 2" showMasterSp="0">
  <p:cSld name="Closing-Thank you 2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65100" rotWithShape="0" algn="tl" dir="2700000" dist="38100">
              <a:srgbClr val="000000">
                <a:alpha val="40000"/>
              </a:srgbClr>
            </a:outerShdw>
          </a:effectLst>
        </p:spPr>
      </p:sp>
      <p:sp>
        <p:nvSpPr>
          <p:cNvPr id="483" name="Google Shape;483;p63"/>
          <p:cNvSpPr/>
          <p:nvPr>
            <p:ph idx="1" type="body"/>
          </p:nvPr>
        </p:nvSpPr>
        <p:spPr>
          <a:xfrm>
            <a:off x="8074536" y="3124200"/>
            <a:ext cx="2087678" cy="3270696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84" name="Google Shape;484;p63"/>
          <p:cNvSpPr txBox="1"/>
          <p:nvPr>
            <p:ph idx="3" type="body"/>
          </p:nvPr>
        </p:nvSpPr>
        <p:spPr>
          <a:xfrm>
            <a:off x="2190750" y="609600"/>
            <a:ext cx="7810500" cy="5638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85" name="Google Shape;485;p63"/>
          <p:cNvSpPr txBox="1"/>
          <p:nvPr>
            <p:ph type="ctrTitle"/>
          </p:nvPr>
        </p:nvSpPr>
        <p:spPr>
          <a:xfrm>
            <a:off x="3163809" y="1905000"/>
            <a:ext cx="5864382" cy="227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wentieth Century"/>
              <a:buNone/>
              <a:defRPr sz="5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-Thank you 3" showMasterSp="0">
  <p:cSld name="Closing-Thank you 3">
    <p:bg>
      <p:bgPr>
        <a:solidFill>
          <a:srgbClr val="F2F2F2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8" name="Google Shape;488;p64"/>
          <p:cNvSpPr/>
          <p:nvPr>
            <p:ph idx="1" type="body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89" name="Google Shape;489;p64"/>
          <p:cNvSpPr/>
          <p:nvPr>
            <p:ph idx="3" type="body"/>
          </p:nvPr>
        </p:nvSpPr>
        <p:spPr>
          <a:xfrm>
            <a:off x="9067800" y="4648200"/>
            <a:ext cx="1143000" cy="1790700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90" name="Google Shape;490;p64"/>
          <p:cNvSpPr txBox="1"/>
          <p:nvPr>
            <p:ph idx="4" type="body"/>
          </p:nvPr>
        </p:nvSpPr>
        <p:spPr>
          <a:xfrm>
            <a:off x="2190750" y="609600"/>
            <a:ext cx="7810500" cy="5638800"/>
          </a:xfrm>
          <a:prstGeom prst="rect">
            <a:avLst/>
          </a:prstGeom>
          <a:solidFill>
            <a:srgbClr val="32345C">
              <a:alpha val="91764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91" name="Google Shape;491;p64"/>
          <p:cNvSpPr txBox="1"/>
          <p:nvPr>
            <p:ph type="ctrTitle"/>
          </p:nvPr>
        </p:nvSpPr>
        <p:spPr>
          <a:xfrm>
            <a:off x="3163809" y="1905000"/>
            <a:ext cx="5864382" cy="227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wentieth Century"/>
              <a:buNone/>
              <a:defRPr sz="5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-Thank you 4" showMasterSp="0">
  <p:cSld name="Closing-Thank you 4">
    <p:bg>
      <p:bgPr>
        <a:solidFill>
          <a:srgbClr val="F2F2F2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5"/>
          <p:cNvSpPr txBox="1"/>
          <p:nvPr>
            <p:ph idx="1" type="body"/>
          </p:nvPr>
        </p:nvSpPr>
        <p:spPr>
          <a:xfrm flipH="1" rot="-2005898">
            <a:off x="584131" y="-142449"/>
            <a:ext cx="1218268" cy="6177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94" name="Google Shape;494;p65"/>
          <p:cNvSpPr/>
          <p:nvPr>
            <p:ph idx="2" type="pic"/>
          </p:nvPr>
        </p:nvSpPr>
        <p:spPr>
          <a:xfrm>
            <a:off x="3124200" y="0"/>
            <a:ext cx="90678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5" name="Google Shape;495;p65"/>
          <p:cNvSpPr txBox="1"/>
          <p:nvPr>
            <p:ph idx="3" type="body"/>
          </p:nvPr>
        </p:nvSpPr>
        <p:spPr>
          <a:xfrm>
            <a:off x="533400" y="266700"/>
            <a:ext cx="5105400" cy="6324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96" name="Google Shape;496;p65"/>
          <p:cNvSpPr txBox="1"/>
          <p:nvPr>
            <p:ph type="ctrTitle"/>
          </p:nvPr>
        </p:nvSpPr>
        <p:spPr>
          <a:xfrm>
            <a:off x="933450" y="762000"/>
            <a:ext cx="4381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65"/>
          <p:cNvSpPr/>
          <p:nvPr>
            <p:ph idx="4" type="body"/>
          </p:nvPr>
        </p:nvSpPr>
        <p:spPr>
          <a:xfrm flipH="1">
            <a:off x="314325" y="4953000"/>
            <a:ext cx="1143000" cy="1790700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-Thank you 5" showMasterSp="0">
  <p:cSld name="Closing-Thank you 5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0" y="0"/>
            <a:ext cx="8329286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8600" rotWithShape="0" algn="l" dist="38100">
              <a:srgbClr val="000000">
                <a:alpha val="40000"/>
              </a:srgbClr>
            </a:outerShdw>
          </a:effectLst>
        </p:spPr>
      </p:sp>
      <p:sp>
        <p:nvSpPr>
          <p:cNvPr id="500" name="Google Shape;500;p66"/>
          <p:cNvSpPr txBox="1"/>
          <p:nvPr>
            <p:ph idx="1" type="body"/>
          </p:nvPr>
        </p:nvSpPr>
        <p:spPr>
          <a:xfrm>
            <a:off x="990600" y="609600"/>
            <a:ext cx="4648200" cy="5638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01" name="Google Shape;501;p66"/>
          <p:cNvSpPr txBox="1"/>
          <p:nvPr>
            <p:ph type="ctrTitle"/>
          </p:nvPr>
        </p:nvSpPr>
        <p:spPr>
          <a:xfrm>
            <a:off x="1257300" y="1447800"/>
            <a:ext cx="4114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66"/>
          <p:cNvSpPr txBox="1"/>
          <p:nvPr>
            <p:ph idx="3" type="body"/>
          </p:nvPr>
        </p:nvSpPr>
        <p:spPr>
          <a:xfrm>
            <a:off x="2705100" y="409575"/>
            <a:ext cx="1219200" cy="40005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03" name="Google Shape;503;p66"/>
          <p:cNvSpPr txBox="1"/>
          <p:nvPr>
            <p:ph idx="4" type="body"/>
          </p:nvPr>
        </p:nvSpPr>
        <p:spPr>
          <a:xfrm>
            <a:off x="2705100" y="6076950"/>
            <a:ext cx="1219200" cy="40005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200"/>
              <a:buFont typeface="Twentieth Century"/>
              <a:buNone/>
              <a:defRPr b="0" i="0" sz="42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813" l="0" r="0" t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651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510" name="Google Shape;510;p1"/>
          <p:cNvSpPr/>
          <p:nvPr>
            <p:ph idx="1" type="body"/>
          </p:nvPr>
        </p:nvSpPr>
        <p:spPr>
          <a:xfrm>
            <a:off x="8074536" y="3124200"/>
            <a:ext cx="2087678" cy="3270696"/>
          </a:xfrm>
          <a:prstGeom prst="triangle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11" name="Google Shape;511;p1"/>
          <p:cNvSpPr txBox="1"/>
          <p:nvPr>
            <p:ph idx="3" type="body"/>
          </p:nvPr>
        </p:nvSpPr>
        <p:spPr>
          <a:xfrm>
            <a:off x="2190750" y="609600"/>
            <a:ext cx="7810500" cy="5638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12" name="Google Shape;512;p1"/>
          <p:cNvSpPr txBox="1"/>
          <p:nvPr>
            <p:ph type="ctrTitle"/>
          </p:nvPr>
        </p:nvSpPr>
        <p:spPr>
          <a:xfrm>
            <a:off x="2999656" y="980728"/>
            <a:ext cx="5864382" cy="2275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wentieth Century"/>
              <a:buNone/>
            </a:pPr>
            <a:r>
              <a:rPr lang="en-US"/>
              <a:t>TASTYBITES PROFITABILITY ANALYSIS</a:t>
            </a:r>
            <a:br>
              <a:rPr lang="en-US"/>
            </a:br>
            <a:endParaRPr/>
          </a:p>
        </p:txBody>
      </p:sp>
      <p:sp>
        <p:nvSpPr>
          <p:cNvPr id="513" name="Google Shape;513;p1"/>
          <p:cNvSpPr txBox="1"/>
          <p:nvPr>
            <p:ph idx="4" type="subTitle"/>
          </p:nvPr>
        </p:nvSpPr>
        <p:spPr>
          <a:xfrm>
            <a:off x="5375920" y="3936398"/>
            <a:ext cx="407258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Prepared by: Nishanth B 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Objective: Improve Profitability &amp; Pricing Strategy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"/>
          <p:cNvSpPr txBox="1"/>
          <p:nvPr>
            <p:ph type="title"/>
          </p:nvPr>
        </p:nvSpPr>
        <p:spPr>
          <a:xfrm>
            <a:off x="548640" y="990600"/>
            <a:ext cx="10805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US"/>
              <a:t>BUSINESS OBJECTIVES &amp; KEY PERFORMANCE INDICATORS</a:t>
            </a:r>
            <a:endParaRPr/>
          </a:p>
        </p:txBody>
      </p:sp>
      <p:sp>
        <p:nvSpPr>
          <p:cNvPr id="520" name="Google Shape;520;p2"/>
          <p:cNvSpPr txBox="1"/>
          <p:nvPr>
            <p:ph idx="1" type="body"/>
          </p:nvPr>
        </p:nvSpPr>
        <p:spPr>
          <a:xfrm>
            <a:off x="47328" y="1905698"/>
            <a:ext cx="10288693" cy="3660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Revenue per Product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Profit Margin (%)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Units Sold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Discount Impact (%)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Contribution to Total Profit (%)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Average Order Value (AOV)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21" name="Google Shape;521;p2"/>
          <p:cNvSpPr txBox="1"/>
          <p:nvPr>
            <p:ph idx="3" type="body"/>
          </p:nvPr>
        </p:nvSpPr>
        <p:spPr>
          <a:xfrm>
            <a:off x="0" y="1682473"/>
            <a:ext cx="10837333" cy="549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64007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/>
              <a:t>Key KPIs: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22" name="Google Shape;522;p2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3" name="Google Shape;523;p2"/>
          <p:cNvSpPr txBox="1"/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45700" spcFirstLastPara="1" rIns="45700" wrap="square" tIns="45700">
            <a:normAutofit fontScale="2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24" name="Google Shape;524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8" l="0" r="0" t="88"/>
          <a:stretch/>
        </p:blipFill>
        <p:spPr>
          <a:xfrm>
            <a:off x="0" y="0"/>
            <a:ext cx="8329613" cy="457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"/>
          <p:cNvSpPr txBox="1"/>
          <p:nvPr>
            <p:ph type="title"/>
          </p:nvPr>
        </p:nvSpPr>
        <p:spPr>
          <a:xfrm>
            <a:off x="548640" y="990600"/>
            <a:ext cx="1080516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US"/>
              <a:t>BUSINESS OBJECTIVES</a:t>
            </a:r>
            <a:br>
              <a:rPr lang="en-US"/>
            </a:br>
            <a:endParaRPr/>
          </a:p>
        </p:txBody>
      </p:sp>
      <p:sp>
        <p:nvSpPr>
          <p:cNvPr id="530" name="Google Shape;530;p3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1" name="Google Shape;531;p3"/>
          <p:cNvSpPr/>
          <p:nvPr/>
        </p:nvSpPr>
        <p:spPr>
          <a:xfrm>
            <a:off x="335360" y="2003227"/>
            <a:ext cx="1231336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high-profit and low-profit products.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discount and promotion impacts on profit margins.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 pricing strategies to boost profitability.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"/>
          <p:cNvSpPr txBox="1"/>
          <p:nvPr>
            <p:ph type="title"/>
          </p:nvPr>
        </p:nvSpPr>
        <p:spPr>
          <a:xfrm>
            <a:off x="551384" y="908720"/>
            <a:ext cx="10805160" cy="252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81818"/>
              <a:buFont typeface="Twentieth Century"/>
              <a:buNone/>
            </a:pPr>
            <a:r>
              <a:rPr lang="en-US"/>
              <a:t>TOP 10 PRODUCTS BY REVENUE</a:t>
            </a:r>
            <a:br>
              <a:rPr lang="en-US"/>
            </a:br>
            <a:r>
              <a:rPr lang="en-US"/>
              <a:t>.</a:t>
            </a:r>
            <a:r>
              <a:rPr lang="en-US" sz="2200"/>
              <a:t>CHICKEN TIKKA AND CHEESE BURGER GENERATE THE HIGHEST REVENUE (&gt;₹1.2 LAKH EACH).</a:t>
            </a:r>
            <a:br>
              <a:rPr lang="en-US" sz="2200"/>
            </a:br>
            <a:r>
              <a:rPr lang="en-US" sz="2200"/>
              <a:t>.CLUB SANDWICH, FRIES, AND GARLIC BREAD SHOW LOWER SALES.</a:t>
            </a:r>
            <a:br>
              <a:rPr lang="en-US" sz="2200"/>
            </a:br>
            <a:r>
              <a:rPr lang="en-US" sz="2200"/>
              <a:t>.ABOUT 60% OF TOTAL REVENUE COMES FROM TOP 5 ITEMS — HEAVY REVENUE CONCENTRATION.</a:t>
            </a:r>
            <a:br>
              <a:rPr lang="en-US" sz="2200"/>
            </a:br>
            <a:r>
              <a:rPr lang="en-US" sz="2200"/>
              <a:t>.</a:t>
            </a:r>
            <a:r>
              <a:rPr b="1" lang="en-US" sz="2200"/>
              <a:t>RECOMMENDATION:</a:t>
            </a:r>
            <a:r>
              <a:rPr lang="en-US" sz="2200"/>
              <a:t> PROMOTE MID-PERFORMING PRODUCTS LIKE COLD COFFEE AND COKE TO REDUCE OVER-RELIANCE ON TOP SELLERS.</a:t>
            </a:r>
            <a:br>
              <a:rPr lang="en-US" sz="2200"/>
            </a:br>
            <a:br>
              <a:rPr lang="en-US" sz="2200"/>
            </a:br>
            <a:endParaRPr sz="2200"/>
          </a:p>
        </p:txBody>
      </p:sp>
      <p:sp>
        <p:nvSpPr>
          <p:cNvPr id="537" name="Google Shape;537;p4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38" name="Google Shape;538;p4"/>
          <p:cNvGraphicFramePr/>
          <p:nvPr/>
        </p:nvGraphicFramePr>
        <p:xfrm>
          <a:off x="2999656" y="3356992"/>
          <a:ext cx="7488832" cy="3165728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"/>
          <p:cNvSpPr txBox="1"/>
          <p:nvPr>
            <p:ph type="title"/>
          </p:nvPr>
        </p:nvSpPr>
        <p:spPr>
          <a:xfrm>
            <a:off x="548640" y="990600"/>
            <a:ext cx="10805160" cy="782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US"/>
              <a:t>TOP 10 PRODUCTS BY PROFIT</a:t>
            </a:r>
            <a:endParaRPr/>
          </a:p>
        </p:txBody>
      </p:sp>
      <p:sp>
        <p:nvSpPr>
          <p:cNvPr id="544" name="Google Shape;544;p5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45" name="Google Shape;545;p5"/>
          <p:cNvGraphicFramePr/>
          <p:nvPr/>
        </p:nvGraphicFramePr>
        <p:xfrm>
          <a:off x="4584467" y="1700808"/>
          <a:ext cx="7058893" cy="2952328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46" name="Google Shape;546;p5"/>
          <p:cNvSpPr txBox="1"/>
          <p:nvPr/>
        </p:nvSpPr>
        <p:spPr>
          <a:xfrm>
            <a:off x="191344" y="4862512"/>
            <a:ext cx="1109044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Cheese Burger and Chicken Tikka are top profit contributors.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Beverages like Coke and Cold Coffee provide steady profit margins.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Brownie and Club Sandwich deliver low profits despite fair sales volume.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 Recommendation:</a:t>
            </a: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Review cost structure or reduce discounting for low-profit products to improve margins.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"/>
          <p:cNvSpPr txBox="1"/>
          <p:nvPr>
            <p:ph type="title"/>
          </p:nvPr>
        </p:nvSpPr>
        <p:spPr>
          <a:xfrm>
            <a:off x="132408" y="332656"/>
            <a:ext cx="10805160" cy="782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Font typeface="Twentieth Century"/>
              <a:buNone/>
            </a:pPr>
            <a:r>
              <a:rPr lang="en-US"/>
              <a:t>UNITS SOLD VS PROFIT MARGIN (%) BY PRODUCT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552" name="Google Shape;552;p6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53" name="Google Shape;553;p6"/>
          <p:cNvGraphicFramePr/>
          <p:nvPr/>
        </p:nvGraphicFramePr>
        <p:xfrm>
          <a:off x="2135560" y="980728"/>
          <a:ext cx="9361685" cy="2912789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54" name="Google Shape;554;p6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788" y="4149080"/>
            <a:ext cx="10147732" cy="219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"/>
          <p:cNvSpPr txBox="1"/>
          <p:nvPr>
            <p:ph type="title"/>
          </p:nvPr>
        </p:nvSpPr>
        <p:spPr>
          <a:xfrm>
            <a:off x="119336" y="332656"/>
            <a:ext cx="10805160" cy="71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US"/>
              <a:t>DISCOUNT IMPACT VS PROFIT MARGIN</a:t>
            </a:r>
            <a:endParaRPr/>
          </a:p>
        </p:txBody>
      </p:sp>
      <p:sp>
        <p:nvSpPr>
          <p:cNvPr id="561" name="Google Shape;561;p7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62" name="Google Shape;562;p7"/>
          <p:cNvGraphicFramePr/>
          <p:nvPr/>
        </p:nvGraphicFramePr>
        <p:xfrm>
          <a:off x="2783632" y="1042864"/>
          <a:ext cx="8832105" cy="2880320"/>
        </p:xfrm>
        <a:graphic>
          <a:graphicData uri="http://schemas.openxmlformats.org/drawingml/2006/chart">
            <c:chart r:id="rId3"/>
          </a:graphicData>
        </a:graphic>
      </p:graphicFrame>
      <p:pic>
        <p:nvPicPr>
          <p:cNvPr id="563" name="Google Shape;5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400" y="4053258"/>
            <a:ext cx="10657184" cy="2256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8"/>
          <p:cNvSpPr txBox="1"/>
          <p:nvPr>
            <p:ph type="title"/>
          </p:nvPr>
        </p:nvSpPr>
        <p:spPr>
          <a:xfrm>
            <a:off x="191344" y="260648"/>
            <a:ext cx="10805160" cy="71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US"/>
              <a:t>OVERALL INSIGHTS</a:t>
            </a:r>
            <a:endParaRPr/>
          </a:p>
        </p:txBody>
      </p:sp>
      <p:sp>
        <p:nvSpPr>
          <p:cNvPr id="569" name="Google Shape;569;p8"/>
          <p:cNvSpPr txBox="1"/>
          <p:nvPr>
            <p:ph idx="1" type="body"/>
          </p:nvPr>
        </p:nvSpPr>
        <p:spPr>
          <a:xfrm>
            <a:off x="191344" y="1340768"/>
            <a:ext cx="10288693" cy="3024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High-selling items with strong margins (Cheese Burger, Chicken Tikka) are core profit drivers.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Beverages maintain steady profit contribution across all months.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Products with frequent discounts have thinner margins.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Wide margin variation (22%–46%) across categories highlights need for pricing balance.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AOV remains strong, showing loyal and high-spending customer base.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70" name="Google Shape;570;p8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"/>
          <p:cNvSpPr txBox="1"/>
          <p:nvPr>
            <p:ph type="title"/>
          </p:nvPr>
        </p:nvSpPr>
        <p:spPr>
          <a:xfrm>
            <a:off x="119336" y="332656"/>
            <a:ext cx="10805160" cy="72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US"/>
              <a:t>ACTIONABLE RECOMMENDATIONS</a:t>
            </a:r>
            <a:endParaRPr/>
          </a:p>
        </p:txBody>
      </p:sp>
      <p:sp>
        <p:nvSpPr>
          <p:cNvPr id="576" name="Google Shape;576;p9"/>
          <p:cNvSpPr txBox="1"/>
          <p:nvPr>
            <p:ph idx="1" type="body"/>
          </p:nvPr>
        </p:nvSpPr>
        <p:spPr>
          <a:xfrm>
            <a:off x="119336" y="1196752"/>
            <a:ext cx="10717997" cy="513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Short-Term (Quick Wins):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Reduce discounts on bestsellers with steady demand.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Promote high-margin but low-selling items using combo offers.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Focus marketing on balanced revenue &amp; profit contributors.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Long-Term Strategies: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Implement data-based price optimization per category.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Standardize discount caps (max 25%) to control margin loss.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Continue product performance tracking monthly via KPI dashboards.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Explore product bundling to lift low-profit item performance.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77" name="Google Shape;577;p9"/>
          <p:cNvSpPr txBox="1"/>
          <p:nvPr>
            <p:ph idx="12" type="sldNum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lt1">
              <a:alpha val="81960"/>
            </a:scheme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ClassicBlock-3">
  <a:themeElements>
    <a:clrScheme name="MSFT_ELT_ModernClassicBlock_03">
      <a:dk1>
        <a:srgbClr val="000000"/>
      </a:dk1>
      <a:lt1>
        <a:srgbClr val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2025-11-10T21:19:03Z</dcterms:created>
  <dc:creator>RAM PAIN RELIEF PHYSIOTHERAPY CLINIC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