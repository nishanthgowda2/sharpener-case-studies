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Boxify — 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 and key visuals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Overall churn rate: 25.80%</a:t>
            </a:r>
          </a:p>
          <a:p>
            <a:r>
              <a:t>Average tenure (months): 17.8</a:t>
            </a:r>
          </a:p>
          <a:p>
            <a:r>
              <a:t>Avg LTV (churned): INR 6,293.14</a:t>
            </a:r>
          </a:p>
          <a:p>
            <a:r>
              <a:t>Avg LTV (active): INR 13,208.18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Subscription</a:t>
            </a:r>
          </a:p>
        </p:txBody>
      </p:sp>
      <p:pic>
        <p:nvPicPr>
          <p:cNvPr id="3" name="Picture 2" descr="churn_by_sub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Age Group</a:t>
            </a:r>
          </a:p>
        </p:txBody>
      </p:sp>
      <p:pic>
        <p:nvPicPr>
          <p:cNvPr id="3" name="Picture 2" descr="churn_by_age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702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vs LTV</a:t>
            </a:r>
          </a:p>
        </p:txBody>
      </p:sp>
      <p:pic>
        <p:nvPicPr>
          <p:cNvPr id="3" name="Picture 2" descr="engagement_vs_l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