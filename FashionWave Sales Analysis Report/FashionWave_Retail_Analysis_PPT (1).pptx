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/>
          <p:nvPr>
            <p:ph idx="2" type="pic"/>
          </p:nvPr>
        </p:nvSpPr>
        <p:spPr>
          <a:xfrm>
            <a:off x="12" y="0"/>
            <a:ext cx="9143989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FashionWave Retail Sales Analysis</a:t>
            </a:r>
            <a:endParaRPr/>
          </a:p>
        </p:txBody>
      </p:sp>
      <p:sp>
        <p:nvSpPr>
          <p:cNvPr id="102" name="Google Shape;102;p13"/>
          <p:cNvSpPr txBox="1"/>
          <p:nvPr>
            <p:ph idx="1" type="body"/>
          </p:nvPr>
        </p:nvSpPr>
        <p:spPr>
          <a:xfrm>
            <a:off x="284400" y="2032201"/>
            <a:ext cx="8229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Customer &amp; Product Insights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Prepared by:</a:t>
            </a:r>
            <a:r>
              <a:rPr lang="en-US"/>
              <a:t> Nishanth B G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Business Scenario / Overview</a:t>
            </a:r>
            <a:endParaRPr/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-10795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FashionWave is a mid-sized retail chain with 50 stores across India.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Weekend sales are stagnant while weekday sales remain consistent.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Business Problem: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Identify drivers of sales performance.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Understand weak weekend performance.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Increase weekend sales by 15%.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Improve product-level profitability.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Optimize discount strategy.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Dataset &amp; Methodology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Dataset: fashionwave_sales.csv (last 2 years, 50 stores)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Key Columns: ProductID, StoreID, CustomerType, Category, Revenue, Cost, Discount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Derived Fields: DayOfWeek, IsWeekend, Profit = Revenue - Cost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Missing values handled for Discount &amp; CustomerType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Assumptions: Discounts ≤ 30%, seasonal effects included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Performance Indicators (KPIs)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Total Sales – Total revenue per store per week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Average Order Value (AOV) – Revenue per transaction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Profit Margin – Revenue minus cost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Units Sold per Product – Items sold in each category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Discount Impact – Profit margin change under discounts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Weekend vs Weekday Sales Ratio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Customer Type: New vs Returning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594000" y="3707450"/>
            <a:ext cx="82296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Insights: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1. Returning customers contribute ~70% of revenue.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2. New customers require targeted acquisition campaigns.</a:t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42" y="1632025"/>
            <a:ext cx="7013700" cy="28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Weekend vs Weekday Sales Analysis</a:t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457200" y="4161600"/>
            <a:ext cx="82296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Insights: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Weekend sales remain stagnant compared to weekdays. Focused weekend promotions are needed to boost revenue by 15%</a:t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9225" y="1805672"/>
            <a:ext cx="4572000" cy="32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314035" y="336379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Product Category Performance (Revenue &amp; Profit)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314025" y="4152924"/>
            <a:ext cx="6686400" cy="1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Insights: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1. Top categories drive most revenue &amp; profit.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2. Low-performing categories need review.</a:t>
            </a:r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825" y="2057407"/>
            <a:ext cx="457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Discount Impact on Profit Margin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298800" y="4427999"/>
            <a:ext cx="8229600" cy="179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Insights: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1. Higher discounts reduce profit margin sharply.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2. Recommended: Targeted discounts, max depth = 30%.</a:t>
            </a:r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800" y="1417638"/>
            <a:ext cx="6796800" cy="3132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333085" y="134579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Store-level Performance</a:t>
            </a:r>
            <a:endParaRPr/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457200" y="4194550"/>
            <a:ext cx="82296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Insights: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1. High-performing stores provide best-practice benchmarks.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2. Low-performing stores need localized strategy.</a:t>
            </a:r>
            <a:endParaRPr/>
          </a:p>
        </p:txBody>
      </p:sp>
      <p:pic>
        <p:nvPicPr>
          <p:cNvPr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800" y="1675894"/>
            <a:ext cx="8006400" cy="33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Customer Segmentation (Simple)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• Segments: Loyal (High Spend), Frequent, Occasional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Insights: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1. Loyal customers need retention programs.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2. Occasional users need acquisition incentives.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Quick Wins: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Weekend promotions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Loyalty rewards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Push top categories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Long-term: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Discount optimization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Store-specific plans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• Customer segmentation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800110" y="192279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Appendix &amp; Assumptions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Revenue = Price × Units Sold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Profit = Revenue - Cost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DayOfWeek &amp; IsWeekend derived from date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Future work: Seasonality analysis, dashboard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