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ROI Analysis – GlowUp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Marketing Campaign ROI Analysis Report – GlowUp</a:t>
            </a:r>
          </a:p>
          <a:p/>
          <a:p>
            <a:r>
              <a:t>Highest ROI Campaign: Email Boost</a:t>
            </a:r>
          </a:p>
          <a:p>
            <a:r>
              <a:t>Lowest ROI Campaign: Diwali Blast</a:t>
            </a:r>
          </a:p>
          <a:p/>
          <a:p>
            <a:r>
              <a:t>Average ROI: 484.32%</a:t>
            </a:r>
          </a:p>
          <a:p>
            <a:r>
              <a:t>Average CPA: ₹391.78</a:t>
            </a:r>
          </a:p>
          <a:p/>
          <a:p>
            <a:r>
              <a:t>Insights:</a:t>
            </a:r>
          </a:p>
          <a:p>
            <a:r>
              <a:t>- Social Media &amp; Influencer campaigns performed strongest.</a:t>
            </a:r>
          </a:p>
          <a:p>
            <a:r>
              <a:t>- Email campaigns generated high leads but lower conversions.</a:t>
            </a:r>
          </a:p>
          <a:p>
            <a:r>
              <a:t>- Events produced good brand visibility but moderate ROI.</a:t>
            </a:r>
          </a:p>
          <a:p/>
          <a:p>
            <a:r>
              <a:t>Recommendations:</a:t>
            </a:r>
          </a:p>
          <a:p>
            <a:r>
              <a:t>1. Increase budget allocation to Social Media &amp; Influencer campaigns.</a:t>
            </a:r>
          </a:p>
          <a:p>
            <a:r>
              <a:t>2. Optimize Email campaign creative and targeting.</a:t>
            </a:r>
          </a:p>
          <a:p>
            <a:r>
              <a:t>3. Reduce low-impact Event costs and focus on digital channels.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by Campaign</a:t>
            </a:r>
          </a:p>
        </p:txBody>
      </p:sp>
      <p:pic>
        <p:nvPicPr>
          <p:cNvPr id="3" name="Picture 2" descr="ro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